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图像来源：知识库基础课程 L1_图像源文件/k1-摄像头.png；原素材台账记为公司自有 K1 局部图。公开分发授权范围待核；仅等比缩放。</a:t>
            </a:r>
          </a:p>
          <a:p>
            <a:r>
              <a:t>内容定位：U3-L1_机器人的眼睛_PPT内容大纲.md 第1页；Notebook：U3-L1_机器人的眼睛.ipynb。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第2页。</a:t>
            </a:r>
          </a:p>
          <a:p>
            <a:r>
              <a:t>内容定位：U3-L1_机器人的眼睛_PPT内容大纲.md 第2页；Notebook：U3-L1_机器人的眼睛.ipynb。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第3页；图形为原生可编辑示意，不代表实测或真机画面。</a:t>
            </a:r>
          </a:p>
          <a:p>
            <a:r>
              <a:t>内容定位：U3-L1_机器人的眼睛_PPT内容大纲.md 第3页；Notebook：U3-L1_机器人的眼睛.ipynb。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第4页；图形为原生可编辑示意，不代表实测或真机画面。</a:t>
            </a:r>
          </a:p>
          <a:p>
            <a:r>
              <a:t>内容定位：U3-L1_机器人的眼睛_PPT内容大纲.md 第4页；Notebook：U3-L1_机器人的眼睛.ipynb。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第5页；图形为原生可编辑示意，不代表实测或真机画面。</a:t>
            </a:r>
          </a:p>
          <a:p>
            <a:r>
              <a:t>内容定位：U3-L1_机器人的眼睛_PPT内容大纲.md 第5页；Notebook：U3-L1_机器人的眼睛.ipynb。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第6页；图形为原生可编辑示意，不代表实测或真机画面。</a:t>
            </a:r>
          </a:p>
          <a:p>
            <a:r>
              <a:t>内容定位：U3-L1_机器人的眼睛_PPT内容大纲.md 第6页；Notebook：U3-L1_机器人的眼睛.ipynb。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第7页；图形为原生可编辑示意，不代表实测或真机画面。</a:t>
            </a:r>
          </a:p>
          <a:p>
            <a:r>
              <a:t>内容定位：U3-L1_机器人的眼睛_PPT内容大纲.md 第7页；Notebook：U3-L1_机器人的眼睛.ipynb。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第8页；图形为原生可编辑示意，不代表实测或真机画面。</a:t>
            </a:r>
          </a:p>
          <a:p>
            <a:r>
              <a:t>内容定位：U3-L1_机器人的眼睛_PPT内容大纲.md 第8页；Notebook：U3-L1_机器人的眼睛.ipynb。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第9页；代码逐行摘自 Notebook 对应单元。当前页未展示运行输出。</a:t>
            </a:r>
          </a:p>
          <a:p>
            <a:r>
              <a:t>内容定位：U3-L1_机器人的眼睛_PPT内容大纲.md 第9页；Notebook：U3-L1_机器人的眼睛.ipynb。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第10页；代码逐行摘自 Notebook 对应单元。当前页未展示运行输出。</a:t>
            </a:r>
          </a:p>
          <a:p>
            <a:r>
              <a:t>内容定位：U3-L1_机器人的眼睛_PPT内容大纲.md 第10页；Notebook：U3-L1_机器人的眼睛.ipynb。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第11页；图形为原生可编辑示意，不代表实测或真机画面。</a:t>
            </a:r>
          </a:p>
          <a:p>
            <a:r>
              <a:t>内容定位：U3-L1_机器人的眼睛_PPT内容大纲.md 第11页；Notebook：U3-L1_机器人的眼睛.ipynb。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第12页；代码逐行摘自 Notebook 对应单元。当前页未展示运行输出。</a:t>
            </a:r>
          </a:p>
          <a:p>
            <a:r>
              <a:t>内容定位：U3-L1_机器人的眼睛_PPT内容大纲.md 第12页；Notebook：U3-L1_机器人的眼睛.ipynb。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第13页；图中公式与调用用于说明代码关系。Notebook 原文摘录：</a:t>
            </a:r>
          </a:p>
          <a:p>
            <a:r>
              <a:t>arr = img.to_numpy()</a:t>
            </a:r>
          </a:p>
          <a:p>
            <a:r>
              <a:t>print("数组形状（高, 宽, 通道）：", arr.shape)</a:t>
            </a:r>
          </a:p>
          <a:p>
            <a:r>
              <a:t>print("数据类型：", arr.dtype)</a:t>
            </a:r>
          </a:p>
          <a:p>
            <a:r>
              <a:t>...</a:t>
            </a:r>
          </a:p>
          <a:p>
            <a:r>
              <a:t>h, w = arr.shape[0], arr.shape[1]</a:t>
            </a:r>
          </a:p>
          <a:p>
            <a:r>
              <a:t>cy, cx = h // 2, w // 2</a:t>
            </a:r>
          </a:p>
          <a:p>
            <a:r>
              <a:t>print("画面中心的像素值：", arr[cy, cx])</a:t>
            </a:r>
          </a:p>
          <a:p>
            <a:r>
              <a:t>内容定位：U3-L1_机器人的眼睛_PPT内容大纲.md 第13页；Notebook：U3-L1_机器人的眼睛.ipynb。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第14页；图形为原生可编辑示意，不代表实测或真机画面。</a:t>
            </a:r>
          </a:p>
          <a:p>
            <a:r>
              <a:t>内容定位：U3-L1_机器人的眼睛_PPT内容大纲.md 第14页；Notebook：U3-L1_机器人的眼睛.ipynb。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第15页。</a:t>
            </a:r>
          </a:p>
          <a:p>
            <a:r>
              <a:t>内容定位：U3-L1_机器人的眼睛_PPT内容大纲.md 第15页；Notebook：U3-L1_机器人的眼睛.ipynb。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第16页；图形为原生可编辑示意，不代表实测或真机画面。</a:t>
            </a:r>
          </a:p>
          <a:p>
            <a:r>
              <a:t>内容定位：U3-L1_机器人的眼睛_PPT内容大纲.md 第16页；Notebook：U3-L1_机器人的眼睛.ipynb。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第17页；代码逐行摘自 Notebook 对应单元。当前页未展示运行输出。</a:t>
            </a:r>
          </a:p>
          <a:p>
            <a:r>
              <a:t>内容定位：U3-L1_机器人的眼睛_PPT内容大纲.md 第17页；Notebook：U3-L1_机器人的眼睛.ipynb。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第18页；代码逐行摘自 Notebook 对应单元。当前页未展示运行输出。</a:t>
            </a:r>
          </a:p>
          <a:p>
            <a:r>
              <a:t>内容定位：U3-L1_机器人的眼睛_PPT内容大纲.md 第18页；Notebook：U3-L1_机器人的眼睛.ipynb。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第19页；图形为原生可编辑示意，不代表实测或真机画面。</a:t>
            </a:r>
          </a:p>
          <a:p>
            <a:r>
              <a:t>内容定位：U3-L1_机器人的眼睛_PPT内容大纲.md 第19页；Notebook：U3-L1_机器人的眼睛.ipynb。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第20页；代码逐行摘自 Notebook 对应单元。当前页未展示运行输出。</a:t>
            </a:r>
          </a:p>
          <a:p>
            <a:r>
              <a:t>内容定位：U3-L1_机器人的眼睛_PPT内容大纲.md 第20页；Notebook：U3-L1_机器人的眼睛.ipynb。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第21页；图形为原生可编辑示意，不代表实测或真机画面。</a:t>
            </a:r>
          </a:p>
          <a:p>
            <a:r>
              <a:t>内容定位：U3-L1_机器人的眼睛_PPT内容大纲.md 第21页；Notebook：U3-L1_机器人的眼睛.ipynb。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第22页；代码逐行摘自 Notebook 对应单元。当前页未展示运行输出。</a:t>
            </a:r>
          </a:p>
          <a:p>
            <a:r>
              <a:t>内容定位：U3-L1_机器人的眼睛_PPT内容大纲.md 第22页；Notebook：U3-L1_机器人的眼睛.ipynb。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第23页；代码逐行摘自 Notebook 对应单元。当前页未展示运行输出。</a:t>
            </a:r>
          </a:p>
          <a:p>
            <a:r>
              <a:t>内容定位：U3-L1_机器人的眼睛_PPT内容大纲.md 第23页；Notebook：U3-L1_机器人的眼睛.ipynb。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第24页；代码逐行摘自 Notebook 对应单元。当前页未展示运行输出。</a:t>
            </a:r>
          </a:p>
          <a:p>
            <a:r>
              <a:t>内容定位：U3-L1_机器人的眼睛_PPT内容大纲.md 第24页；Notebook：U3-L1_机器人的眼睛.ipynb。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第25页。 现场输出/实测素材待补，当前为审查版。</a:t>
            </a:r>
          </a:p>
          <a:p>
            <a:r>
              <a:t>内容定位：U3-L1_机器人的眼睛_PPT内容大纲.md 第25页；Notebook：U3-L1_机器人的眼睛.ipynb。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第26页。</a:t>
            </a:r>
          </a:p>
          <a:p>
            <a:r>
              <a:t>内容定位：U3-L1_机器人的眼睛_PPT内容大纲.md 第26页；Notebook：U3-L1_机器人的眼睛.ipynb。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内容定位：U3-L1_机器人的眼睛_PPT内容大纲.md 第27页；Notebook：U3-L1_机器人的眼睛.ipynb。</a:t>
            </a:r>
          </a:p>
          <a:p>
            <a:r>
              <a:t>参考答案（教师留存，导出学生 PDF 时移除）：</a:t>
            </a:r>
          </a:p>
          <a:p>
            <a:r>
              <a:t>&gt; 1. √。2. ×，格式转换不能恢复已丢失的色彩细节。3. 以本机实测为准，课程设备此前为 544；448；`nv12`；`bgr8`；N/T。4.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内容定位：U3-L1_机器人的眼睛_PPT内容大纲.md 第28页；Notebook：U3-L1_机器人的眼睛.ipynb。</a:t>
            </a:r>
          </a:p>
          <a:p>
            <a:r>
              <a:t>参考答案（教师留存，导出学生 PDF 时移除）：</a:t>
            </a:r>
          </a:p>
          <a:p>
            <a:r>
              <a:t>&gt; 1. √。2. ×，格式转换不能恢复已丢失的色彩细节。3. 以本机实测为准，课程设备此前为 544；448；`nv12`；`bgr8`；N/T。4.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第29页。</a:t>
            </a:r>
          </a:p>
          <a:p>
            <a:r>
              <a:t>内容定位：U3-L1_机器人的眼睛_PPT内容大纲.md 第29页；Notebook：U3-L1_机器人的眼睛.ipynb。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P19_1" Type="http://schemas.openxmlformats.org/officeDocument/2006/relationships/image" Target="../media/p19-scene-final.png"/><Relationship Id="rIdP19_2" Type="http://schemas.openxmlformats.org/officeDocument/2006/relationships/image" Target="../media/p19-depth-clean.png"/><Relationship Id="rIdP19_3" Type="http://schemas.openxmlformats.org/officeDocument/2006/relationships/image" Target="../media/p19-tape-detail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40080"/>
            <a:ext cx="2011680" cy="4206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04088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U3 · 机器视觉与目标识别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7406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</a:rPr>
              <a:t>机器人的眼睛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7498079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50" b="0">
                <a:solidFill>
                  <a:srgbClr val="6B7785"/>
                </a:solidFill>
                <a:latin typeface="Microsoft YaHei"/>
                <a:ea typeface="Microsoft YaHei"/>
              </a:rPr>
              <a:t>—— 从图像编码读到像素与深度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6309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U3 · 机器视觉与目标识别</a:t>
            </a:r>
          </a:p>
        </p:txBody>
      </p:sp>
      <p:pic>
        <p:nvPicPr>
          <p:cNvPr id="7" name="Picture 6" descr="k1-摄像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71600"/>
            <a:ext cx="2743200" cy="19594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340156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K1 头部相机位置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4041648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05672" y="4041648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98863" y="4041648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92055" y="4041648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85248" y="4041648"/>
            <a:ext cx="301752" cy="30175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78440" y="4041648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434840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05672" y="4434840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8863" y="4434840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92055" y="4434840"/>
            <a:ext cx="301752" cy="30175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85248" y="4434840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78440" y="4434840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983480"/>
            <a:ext cx="292608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像素网格 · 概念示意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14173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本课任务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图像里记录了什么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解释表示方法，并用本机数据核对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489204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432511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图像由一组按行、列排列的数据组成。相机接收光线并形成电信号，经过数字化和图像处理后，得到可供程序读取的像素数据。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2331720"/>
            <a:ext cx="489204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532888"/>
            <a:ext cx="10972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32511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本课将比较位深、颜色通道和常见编码，并从机器人读取彩色图与深度图。实验记录以当前设备输出为准。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光线怎样形成图像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镜头、感光单元与图像处理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3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光线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镜头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1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3246120"/>
            <a:ext cx="14173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3337560"/>
            <a:ext cx="11978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感光单元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685031"/>
            <a:ext cx="119786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7212B"/>
                </a:solidFill>
                <a:latin typeface="Microsoft YaHei"/>
                <a:ea typeface="Microsoft YaHei"/>
              </a:rPr>
              <a:t>测量光变化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电信号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111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数字化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3246120"/>
            <a:ext cx="14173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3337560"/>
            <a:ext cx="11978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图像处理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5751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246120"/>
            <a:ext cx="123444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7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0EA5A4"/>
                </a:solidFill>
                <a:latin typeface="Microsoft YaHei"/>
                <a:ea typeface="Microsoft YaHei"/>
              </a:rPr>
              <a:t>数字图像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09160"/>
            <a:ext cx="9875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硬件感光单元经过读出与处理，才形成数字图像中的像素。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像素是图像中的位置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像素值记录该位置的数据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数字图像网格（示意）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78892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78892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39" y="278892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39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78892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33756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33756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39" y="3337560"/>
            <a:ext cx="525780" cy="5257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39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79" y="333756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388620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88620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39" y="388620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39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79" y="388620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443484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443484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39" y="443484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39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79" y="443484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074920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宽 W = 4 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822191"/>
            <a:ext cx="256032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高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H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=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2788920"/>
            <a:ext cx="28346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95928" y="2880360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像素位置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95928" y="3227832"/>
            <a:ext cx="261518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第 2 行、第 3 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788920"/>
            <a:ext cx="342900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4888" y="2880360"/>
            <a:ext cx="32095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0EA5A4"/>
                </a:solidFill>
                <a:latin typeface="Microsoft YaHei"/>
                <a:ea typeface="Microsoft YaHei"/>
              </a:rPr>
              <a:t>该位置像素值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4888" y="3227832"/>
            <a:ext cx="320954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示意值 210；数值不是实测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160520"/>
            <a:ext cx="6217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7212B"/>
                </a:solidFill>
                <a:latin typeface="Microsoft YaHei"/>
                <a:ea typeface="Microsoft YaHei"/>
              </a:rPr>
              <a:t>感光单元属于成像硬件；像素是数字图像中的位置。处理、重采样后，两者不一一对应。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位深决定可表示的等级数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从两种状态到 256 级灰度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5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1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2 种状态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8 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2⁸ = 256 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无符号灰度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0～255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1 byte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8 bit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8 位灰度像素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1 byte / pixel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9601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7212B"/>
                </a:solidFill>
                <a:latin typeface="Microsoft YaHei"/>
                <a:ea typeface="Microsoft YaHei"/>
              </a:rPr>
              <a:t>等级数 = 2ⁿ；位深描述可编码的整数等级，不单独给出传感器精度。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彩色像素记录三个通道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RGB8 与 BGR8 都是每像素 3 字节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RGB8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063240"/>
            <a:ext cx="1143000" cy="77724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R=24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063240"/>
            <a:ext cx="1143000" cy="777240"/>
          </a:xfrm>
          <a:prstGeom prst="rect">
            <a:avLst/>
          </a:prstGeom>
          <a:solidFill>
            <a:srgbClr val="22A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G=132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3063240"/>
            <a:ext cx="1143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B=210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7212B"/>
                </a:solidFill>
                <a:latin typeface="Microsoft YaHei"/>
                <a:ea typeface="Microsoft YaHei"/>
              </a:rPr>
              <a:t>R → G →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2628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3 × 8 bit = 3 byte /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60320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0EA5A4"/>
                </a:solidFill>
                <a:latin typeface="Microsoft YaHei"/>
                <a:ea typeface="Microsoft YaHei"/>
              </a:rPr>
              <a:t>BGR8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063240"/>
            <a:ext cx="1143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B=210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063240"/>
            <a:ext cx="1143000" cy="777240"/>
          </a:xfrm>
          <a:prstGeom prst="rect">
            <a:avLst/>
          </a:prstGeom>
          <a:solidFill>
            <a:srgbClr val="22A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G=132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3063240"/>
            <a:ext cx="1143000" cy="77724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R=24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06908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7212B"/>
                </a:solidFill>
                <a:latin typeface="Microsoft YaHei"/>
                <a:ea typeface="Microsoft YaHei"/>
              </a:rPr>
              <a:t>B → G →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52628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3 × 8 bit = 3 byte / pixel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66360"/>
            <a:ext cx="9601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通道顺序不同；通道数不等于硬件感光单元数。示例数值为示意。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连续图像需要多少数据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按尺寸、每像素字节数与帧率估算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7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51760"/>
            <a:ext cx="10149840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43200"/>
            <a:ext cx="98572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EA5A4"/>
                </a:solidFill>
                <a:latin typeface="Microsoft YaHei"/>
                <a:ea typeface="Microsoft YaHei"/>
              </a:rPr>
              <a:t>544 × 448 × 3 = 731,136 byte ≈ 0.73 MB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794760"/>
            <a:ext cx="10149840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886200"/>
            <a:ext cx="98572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EA5A4"/>
                </a:solidFill>
                <a:latin typeface="Microsoft YaHei"/>
                <a:ea typeface="Microsoft YaHei"/>
              </a:rPr>
              <a:t>0.731 MB/frame × 20 frame/s ≈ 14.6 MB/s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仅计像素数据；MB 按 10⁶ byte 计算，未计传输协议与其他负载。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NV12 减少色度采样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2×2 区域共用一组 U、V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4572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NV12：2×2 亮度采样格（示意）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9260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29260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31089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8404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38404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40233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926080"/>
            <a:ext cx="12801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3017520"/>
            <a:ext cx="10607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0EA5A4"/>
                </a:solidFill>
                <a:latin typeface="Microsoft YaHei"/>
                <a:ea typeface="Microsoft YaHei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3364992"/>
            <a:ext cx="1060704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共享色度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926080"/>
            <a:ext cx="12801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6128" y="3017520"/>
            <a:ext cx="10607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0EA5A4"/>
                </a:solidFill>
                <a:latin typeface="Microsoft YaHei"/>
                <a:ea typeface="Microsoft YaHe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364992"/>
            <a:ext cx="1060704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共享色度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526280"/>
            <a:ext cx="3657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4617720"/>
            <a:ext cx="3364992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4Y + 1U + 1V = 6 byte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6 byte / (2×2)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= 1.5 byte/pixel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96128"/>
            <a:ext cx="3657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色度采样减少会损失颜色细节；与 JPEG 编码不同。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查本机相机话题的编码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用命令读取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9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5745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336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!ros2 topic echo --once --field encoding /boostercamera/head/rgb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3360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4091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执行彩色话题查询并记录实际输出。安全提示：机器人安全支撑，只读数据。历史设备为 nv12，以本机为准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用 SDK 取一帧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连接后读取图像编码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10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5270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from boosteros.robots.booster import BoosterRobot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robot = BoosterRobot()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img = robot.get_image()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print("像素编码：", img.encoding)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2885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3616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BoosterRobot()→get_image()→.encoding；与话题通路对照。两次读取不保证同一时刻同一帧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转成 BGR8 后发生了什么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表示改变，抽样细节无法恢复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11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20116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话题图像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本机曾读到 NV12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43200"/>
            <a:ext cx="201168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0EA5A4"/>
                </a:solidFill>
                <a:latin typeface="Microsoft YaHei"/>
                <a:ea typeface="Microsoft YaHei"/>
              </a:rPr>
              <a:t>格式转换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NV12 → BGR8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0116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SDK 图像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本机曾读到 BGR8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172968"/>
            <a:ext cx="731520" cy="228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3172968"/>
            <a:ext cx="731520" cy="228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9875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7212B"/>
                </a:solidFill>
                <a:latin typeface="Microsoft YaHei"/>
                <a:ea typeface="Microsoft YaHei"/>
              </a:rPr>
              <a:t>示意依据：历史设备记录；本机编码仍须现场读取。转换改变通道表示和占用，不会恢复已丢失的色彩细节。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图像对象带有尺寸和时间戳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重新取图，再比较属性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955547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717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img = robot.get_image()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print("画面尺寸：", img.width, "×", img.height)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print("时间戳：", round(img.header.timestamp, 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717035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790187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width、height、encoding、header.timestamp；重新运行取图格比较时间戳。只打印旧对象不会更新图像；时间戳变化不足以证明无延迟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数组先行后列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坐标 (x,y)，索引 [y,x]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36576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shape = (H, W, 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880360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3936" y="2880360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3936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880360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880360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419856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3936" y="3419856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3936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3419856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210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419856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2928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3959352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3936" y="3959352"/>
            <a:ext cx="516635" cy="51663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3936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959352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3432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52928" y="3959352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2928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4498848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3936" y="4498848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73936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498848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3432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498848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52928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网格为示意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(x,y)=(1,2) → arr[2,1]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2468880"/>
            <a:ext cx="690372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9392" y="2633472"/>
            <a:ext cx="6565392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arr = img.to_numpy()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print("数组形状（高, 宽, 通道）：", arr.shape)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print("数据类型：", arr.dtype)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h, w = arr.shape[0], arr.shape[1]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cy, cx = h // 2, w // 2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print("画面中心的像素值：", arr[cy, cx])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257800"/>
            <a:ext cx="6766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中心按实际尺寸计算；类型与像素值以本机为准。BGR 数值按蓝、绿、红解释。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常见编码怎样比较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表示方式、占用与用途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149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编码 / 通道或位深 / 平均 byte·pixel⁻¹ / 常见用途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71800"/>
            <a:ext cx="10149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2666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nv12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02666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Y + 共享 UV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026664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026664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相机/视频输出与传输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456432"/>
            <a:ext cx="10149840" cy="411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5112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bgr8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511296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B、G、R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51129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511296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OpenCV 彩色数组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941064"/>
            <a:ext cx="10149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959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rgb8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9592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R、G、B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995928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9592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PIL / Matplotlib 显示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425696"/>
            <a:ext cx="10149840" cy="411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59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mono8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80559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单通道 8 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80559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59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256 级灰度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910328"/>
            <a:ext cx="10149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96519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mono16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965192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单通道 16 bit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965192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965192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深度等单通道数值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32120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仅按像素负载估算；实际消息还含步长、对齐等开销。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使用图像前核对颜色顺序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编码与接收工具要匹配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显示图像前要核对编码与显示工具的通道约定。把 BGR 数据按 RGB 解释，画面中的红、蓝可能互换；记录时同时写明编码和数组类型。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532888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mono16 有 65536 个整数等级，但实际距离精度和有效范围还取决于传感器、噪声、标定及数值缩放。彩色图记录表填写：图像尺寸、encoding、dtype、像素坐标、像素值及通道解释。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深度图记录距离相关数值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单通道也可以表示距离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同一构造场景：彩色表示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411480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3060" y="3346704"/>
            <a:ext cx="1028700" cy="96560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3728923"/>
            <a:ext cx="946404" cy="583387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3060" y="2964484"/>
            <a:ext cx="10287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46704"/>
            <a:ext cx="946404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28032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构造示意；非统一测试图或模型输出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77440"/>
            <a:ext cx="4572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同一构造场景：深度显示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743200"/>
            <a:ext cx="4114800" cy="2011680"/>
          </a:xfrm>
          <a:prstGeom prst="rect">
            <a:avLst/>
          </a:prstGeom>
          <a:solidFill>
            <a:srgbClr val="303030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06540" y="3346704"/>
            <a:ext cx="1028700" cy="96560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3728923"/>
            <a:ext cx="946403" cy="583387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4828032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灰度映射示意：近亮、远暗；非测量值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285232"/>
            <a:ext cx="731520" cy="228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59" y="5285232"/>
            <a:ext cx="731520" cy="2286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5285232"/>
            <a:ext cx="731520" cy="2286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5285232"/>
            <a:ext cx="731520" cy="2286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55955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近 ← 本图显示约定 → 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2062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彩色记录颜色；深度为单通道数值。显示映射可变，此图不表示已配准的相机帧。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查看本机深度图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分别读取话题与 SDK 的编码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3365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098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!ros2 topic echo --once --field encoding /boostercamera/head/depth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depth = robot.get_image(img_type="depth")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print("深度图尺寸：", depth.width, "×", depth.height)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print("深度图编码：", depth.encoding)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0980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1711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查询深度话题，get_image(img_type="depth") 打印尺寸与编码；历史两处均为 mono16。编码相同不证明 SDK 没有其他处理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按深度数组尺寸取中心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核对形状、类型和中心值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18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5270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d_arr = depth.to_numpy()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print("数组形状：", d_arr.shape, "数据类型：", d_arr.dtype)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dh, dw = d_arr.shape[0], d_arr.shape[1]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dcy, dcx = dh // 2, dw // 2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print("画面中心点的深度值：", d_arr[dcy, dcx])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2885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3616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深度数组可能是 (H,W) 或 (H,W,1)；打印实际形状和类型，再取中心。彩色图与深度图尺寸分别核对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取点前确认目标对应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未确认配准时使用深度图中心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19 / 29</a:t>
            </a:r>
          </a:p>
        </p:txBody>
      </p:sp>
      <p:pic>
        <p:nvPicPr>
          <p:cNvPr id="100" name="scene-final.png"/>
          <p:cNvPicPr>
            <a:picLocks noChangeAspect="1"/>
          </p:cNvPicPr>
          <p:nvPr/>
        </p:nvPicPr>
        <p:blipFill>
          <a:blip r:embed="rIdP19_1"/>
          <a:stretch>
            <a:fillRect/>
          </a:stretch>
        </p:blipFill>
        <p:spPr>
          <a:xfrm>
            <a:off x="658368" y="2247412"/>
            <a:ext cx="5979719" cy="3985347"/>
          </a:xfrm>
          <a:prstGeom prst="rect">
            <a:avLst/>
          </a:prstGeom>
        </p:spPr>
      </p:pic>
      <p:sp>
        <p:nvSpPr>
          <p:cNvPr id="101" name="实验摆位 · 侧面观察"/>
          <p:cNvSpPr/>
          <p:nvPr/>
        </p:nvSpPr>
        <p:spPr>
          <a:xfrm>
            <a:off x="658368" y="2029968"/>
            <a:ext cx="1515315" cy="2364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284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实验摆位 · 侧面观察</a:t>
            </a:r>
            <a:endParaRPr lang="zh-CN" sz="1284"/>
          </a:p>
        </p:txBody>
      </p:sp>
      <p:sp>
        <p:nvSpPr>
          <p:cNvPr id="102" name="目标深度示意 · K1视角"/>
          <p:cNvSpPr/>
          <p:nvPr/>
        </p:nvSpPr>
        <p:spPr>
          <a:xfrm>
            <a:off x="6875917" y="2029968"/>
            <a:ext cx="1712374" cy="2364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284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目标深度示意 · K1视角</a:t>
            </a:r>
            <a:endParaRPr lang="zh-CN" sz="1284"/>
          </a:p>
        </p:txBody>
      </p:sp>
      <p:pic>
        <p:nvPicPr>
          <p:cNvPr id="103" name="depth-clean.png"/>
          <p:cNvPicPr>
            <a:picLocks noChangeAspect="1"/>
          </p:cNvPicPr>
          <p:nvPr/>
        </p:nvPicPr>
        <p:blipFill>
          <a:blip r:embed="rIdP19_2"/>
          <a:stretch>
            <a:fillRect/>
          </a:stretch>
        </p:blipFill>
        <p:spPr>
          <a:xfrm>
            <a:off x="6875917" y="2335749"/>
            <a:ext cx="4654667" cy="3491001"/>
          </a:xfrm>
          <a:prstGeom prst="rect">
            <a:avLst/>
          </a:prstGeom>
        </p:spPr>
      </p:pic>
      <p:cxnSp>
        <p:nvCxnSpPr>
          <p:cNvPr id="104" name="annotation line 104"/>
          <p:cNvCxnSpPr/>
          <p:nvPr/>
        </p:nvCxnSpPr>
        <p:spPr>
          <a:xfrm flipV="1">
            <a:off x="1892164" y="3411733"/>
            <a:ext cx="2223229" cy="287486"/>
          </a:xfrm>
          <a:prstGeom prst="line">
            <a:avLst/>
          </a:prstGeom>
          <a:ln w="13590">
            <a:solidFill>
              <a:srgbClr val="0EA5A4"/>
            </a:solidFill>
            <a:prstDash val="dash"/>
          </a:ln>
        </p:spPr>
      </p:cxnSp>
      <p:cxnSp>
        <p:nvCxnSpPr>
          <p:cNvPr id="105" name="annotation line 105"/>
          <p:cNvCxnSpPr/>
          <p:nvPr/>
        </p:nvCxnSpPr>
        <p:spPr>
          <a:xfrm>
            <a:off x="1892164" y="3699219"/>
            <a:ext cx="141348" cy="392898"/>
          </a:xfrm>
          <a:prstGeom prst="line">
            <a:avLst/>
          </a:prstGeom>
          <a:ln w="10193">
            <a:solidFill>
              <a:srgbClr val="0EA5A4"/>
            </a:solidFill>
            <a:prstDash val="dash"/>
          </a:ln>
        </p:spPr>
      </p:cxnSp>
      <p:sp>
        <p:nvSpPr>
          <p:cNvPr id="106" name="dot"/>
          <p:cNvSpPr/>
          <p:nvPr/>
        </p:nvSpPr>
        <p:spPr>
          <a:xfrm>
            <a:off x="1864984" y="3672039"/>
            <a:ext cx="54361" cy="54361"/>
          </a:xfrm>
          <a:prstGeom prst="ellipse">
            <a:avLst/>
          </a:prstGeom>
          <a:solidFill>
            <a:srgbClr val="0EA5A4"/>
          </a:solidFill>
          <a:ln>
            <a:noFill/>
          </a:ln>
        </p:spPr>
      </p:sp>
      <p:cxnSp>
        <p:nvCxnSpPr>
          <p:cNvPr id="107" name="annotation line 107"/>
          <p:cNvCxnSpPr/>
          <p:nvPr/>
        </p:nvCxnSpPr>
        <p:spPr>
          <a:xfrm>
            <a:off x="4057634" y="3411733"/>
            <a:ext cx="115517" cy="340"/>
          </a:xfrm>
          <a:prstGeom prst="line">
            <a:avLst/>
          </a:prstGeom>
          <a:ln w="13590">
            <a:solidFill>
              <a:srgbClr val="0EA5A4"/>
            </a:solidFill>
          </a:ln>
        </p:spPr>
      </p:cxnSp>
      <p:cxnSp>
        <p:nvCxnSpPr>
          <p:cNvPr id="108" name="annotation line 108"/>
          <p:cNvCxnSpPr/>
          <p:nvPr/>
        </p:nvCxnSpPr>
        <p:spPr>
          <a:xfrm>
            <a:off x="4115393" y="3353974"/>
            <a:ext cx="340" cy="115517"/>
          </a:xfrm>
          <a:prstGeom prst="line">
            <a:avLst/>
          </a:prstGeom>
          <a:ln w="13590">
            <a:solidFill>
              <a:srgbClr val="0EA5A4"/>
            </a:solidFill>
          </a:ln>
        </p:spPr>
      </p:cxnSp>
      <p:sp>
        <p:nvSpPr>
          <p:cNvPr id="109" name="K1相机"/>
          <p:cNvSpPr/>
          <p:nvPr/>
        </p:nvSpPr>
        <p:spPr>
          <a:xfrm>
            <a:off x="2102334" y="3219117"/>
            <a:ext cx="557201" cy="216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77" b="1">
                <a:solidFill>
                  <a:srgbClr val="0EA5A4"/>
                </a:solidFill>
                <a:latin typeface="微软雅黑"/>
                <a:ea typeface="微软雅黑"/>
                <a:cs typeface="微软雅黑"/>
              </a:rPr>
              <a:t>K1相机</a:t>
            </a:r>
            <a:endParaRPr lang="zh-CN" sz="1177"/>
          </a:p>
        </p:txBody>
      </p:sp>
      <p:cxnSp>
        <p:nvCxnSpPr>
          <p:cNvPr id="110" name="annotation line 110"/>
          <p:cNvCxnSpPr/>
          <p:nvPr/>
        </p:nvCxnSpPr>
        <p:spPr>
          <a:xfrm flipH="1">
            <a:off x="1892164" y="3433163"/>
            <a:ext cx="210170" cy="266056"/>
          </a:xfrm>
          <a:prstGeom prst="line">
            <a:avLst/>
          </a:prstGeom>
          <a:ln w="10193">
            <a:solidFill>
              <a:srgbClr val="0EA5A4"/>
            </a:solidFill>
          </a:ln>
        </p:spPr>
      </p:cxnSp>
      <p:sp>
        <p:nvSpPr>
          <p:cNvPr id="111" name="纸箱正面"/>
          <p:cNvSpPr/>
          <p:nvPr/>
        </p:nvSpPr>
        <p:spPr>
          <a:xfrm>
            <a:off x="3954008" y="2913336"/>
            <a:ext cx="672718" cy="216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77" b="1">
                <a:solidFill>
                  <a:srgbClr val="0EA5A4"/>
                </a:solidFill>
                <a:latin typeface="微软雅黑"/>
                <a:ea typeface="微软雅黑"/>
                <a:cs typeface="微软雅黑"/>
              </a:rPr>
              <a:t>纸箱正面</a:t>
            </a:r>
            <a:endParaRPr lang="zh-CN" sz="1177"/>
          </a:p>
        </p:txBody>
      </p:sp>
      <p:cxnSp>
        <p:nvCxnSpPr>
          <p:cNvPr id="112" name="annotation line 112"/>
          <p:cNvCxnSpPr/>
          <p:nvPr/>
        </p:nvCxnSpPr>
        <p:spPr>
          <a:xfrm>
            <a:off x="4055936" y="3120587"/>
            <a:ext cx="59457" cy="291145"/>
          </a:xfrm>
          <a:prstGeom prst="line">
            <a:avLst/>
          </a:prstGeom>
          <a:ln w="10193">
            <a:solidFill>
              <a:srgbClr val="0EA5A4"/>
            </a:solidFill>
          </a:ln>
        </p:spPr>
      </p:cxnSp>
      <p:sp>
        <p:nvSpPr>
          <p:cNvPr id="113" name="后方瓶子"/>
          <p:cNvSpPr/>
          <p:nvPr/>
        </p:nvSpPr>
        <p:spPr>
          <a:xfrm>
            <a:off x="5516890" y="2845384"/>
            <a:ext cx="645538" cy="206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24" b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后方瓶子</a:t>
            </a:r>
            <a:endParaRPr lang="zh-CN" sz="1124"/>
          </a:p>
        </p:txBody>
      </p:sp>
      <p:cxnSp>
        <p:nvCxnSpPr>
          <p:cNvPr id="114" name="annotation line 114"/>
          <p:cNvCxnSpPr/>
          <p:nvPr/>
        </p:nvCxnSpPr>
        <p:spPr>
          <a:xfrm>
            <a:off x="5924598" y="3056033"/>
            <a:ext cx="267885" cy="532983"/>
          </a:xfrm>
          <a:prstGeom prst="line">
            <a:avLst/>
          </a:prstGeom>
          <a:ln w="10193">
            <a:solidFill>
              <a:srgbClr val="0EA5A4"/>
            </a:solidFill>
          </a:ln>
        </p:spPr>
      </p:cxnSp>
      <p:sp>
        <p:nvSpPr>
          <p:cNvPr id="115" name="机身固定"/>
          <p:cNvSpPr/>
          <p:nvPr/>
        </p:nvSpPr>
        <p:spPr>
          <a:xfrm>
            <a:off x="739910" y="4612119"/>
            <a:ext cx="645538" cy="206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24" b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机身固定</a:t>
            </a:r>
            <a:endParaRPr lang="zh-CN" sz="1124"/>
          </a:p>
        </p:txBody>
      </p:sp>
      <p:cxnSp>
        <p:nvCxnSpPr>
          <p:cNvPr id="116" name="annotation line 116"/>
          <p:cNvCxnSpPr/>
          <p:nvPr/>
        </p:nvCxnSpPr>
        <p:spPr>
          <a:xfrm>
            <a:off x="1201979" y="4826166"/>
            <a:ext cx="7405" cy="200282"/>
          </a:xfrm>
          <a:prstGeom prst="line">
            <a:avLst/>
          </a:prstGeom>
          <a:ln w="10193">
            <a:solidFill>
              <a:srgbClr val="0EA5A4"/>
            </a:solidFill>
          </a:ln>
        </p:spPr>
      </p:cxnSp>
      <p:sp>
        <p:nvSpPr>
          <p:cNvPr id="117" name="卷尺：相机参考面 → 纸箱正面"/>
          <p:cNvSpPr/>
          <p:nvPr/>
        </p:nvSpPr>
        <p:spPr>
          <a:xfrm>
            <a:off x="2221249" y="4272363"/>
            <a:ext cx="2011360" cy="206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24" b="1">
                <a:solidFill>
                  <a:srgbClr val="0EA5A4"/>
                </a:solidFill>
                <a:latin typeface="微软雅黑"/>
                <a:ea typeface="微软雅黑"/>
                <a:cs typeface="微软雅黑"/>
              </a:rPr>
              <a:t>卷尺：相机参考面 → 纸箱正面</a:t>
            </a:r>
            <a:endParaRPr lang="zh-CN" sz="1124"/>
          </a:p>
        </p:txBody>
      </p:sp>
      <p:cxnSp>
        <p:nvCxnSpPr>
          <p:cNvPr id="118" name="annotation line 118"/>
          <p:cNvCxnSpPr/>
          <p:nvPr/>
        </p:nvCxnSpPr>
        <p:spPr>
          <a:xfrm flipV="1">
            <a:off x="2866787" y="3972331"/>
            <a:ext cx="211259" cy="283044"/>
          </a:xfrm>
          <a:prstGeom prst="line">
            <a:avLst/>
          </a:prstGeom>
          <a:ln w="10193">
            <a:solidFill>
              <a:srgbClr val="0EA5A4"/>
            </a:solidFill>
          </a:ln>
        </p:spPr>
      </p:cxnSp>
      <p:sp>
        <p:nvSpPr>
          <p:cNvPr id="119" name="rect"/>
          <p:cNvSpPr/>
          <p:nvPr/>
        </p:nvSpPr>
        <p:spPr>
          <a:xfrm>
            <a:off x="2255225" y="5087779"/>
            <a:ext cx="2446249" cy="1036258"/>
          </a:xfrm>
          <a:prstGeom prst="rect">
            <a:avLst/>
          </a:prstGeom>
          <a:solidFill>
            <a:srgbClr val="FFFFFF"/>
          </a:solidFill>
          <a:ln w="6795">
            <a:solidFill>
              <a:srgbClr val="D8E0E8"/>
            </a:solidFill>
          </a:ln>
        </p:spPr>
      </p:sp>
      <p:sp>
        <p:nvSpPr>
          <p:cNvPr id="120" name="尺带刻度细节"/>
          <p:cNvSpPr/>
          <p:nvPr/>
        </p:nvSpPr>
        <p:spPr>
          <a:xfrm>
            <a:off x="2323176" y="5121754"/>
            <a:ext cx="849392" cy="1872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017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尺带刻度细节</a:t>
            </a:r>
            <a:endParaRPr lang="zh-CN" sz="1017"/>
          </a:p>
        </p:txBody>
      </p:sp>
      <p:pic>
        <p:nvPicPr>
          <p:cNvPr id="121" name="tape-detail.png"/>
          <p:cNvPicPr>
            <a:picLocks noChangeAspect="1"/>
          </p:cNvPicPr>
          <p:nvPr/>
        </p:nvPicPr>
        <p:blipFill>
          <a:blip r:embed="rIdP19_3"/>
          <a:stretch>
            <a:fillRect/>
          </a:stretch>
        </p:blipFill>
        <p:spPr>
          <a:xfrm>
            <a:off x="2323176" y="5325608"/>
            <a:ext cx="2310346" cy="645538"/>
          </a:xfrm>
          <a:prstGeom prst="rect">
            <a:avLst/>
          </a:prstGeom>
        </p:spPr>
      </p:pic>
      <p:sp>
        <p:nvSpPr>
          <p:cNvPr id="122" name="距离读数由学生现场填写"/>
          <p:cNvSpPr/>
          <p:nvPr/>
        </p:nvSpPr>
        <p:spPr>
          <a:xfrm>
            <a:off x="2323176" y="5981339"/>
            <a:ext cx="1345437" cy="16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910" b="0">
                <a:solidFill>
                  <a:srgbClr val="6B7785"/>
                </a:solidFill>
                <a:latin typeface="微软雅黑"/>
                <a:ea typeface="微软雅黑"/>
                <a:cs typeface="微软雅黑"/>
              </a:rPr>
              <a:t>距离读数由学生现场填写</a:t>
            </a:r>
            <a:endParaRPr lang="zh-CN" sz="910"/>
          </a:p>
        </p:txBody>
      </p:sp>
      <p:cxnSp>
        <p:nvCxnSpPr>
          <p:cNvPr id="123" name="annotation line 123"/>
          <p:cNvCxnSpPr/>
          <p:nvPr/>
        </p:nvCxnSpPr>
        <p:spPr>
          <a:xfrm>
            <a:off x="9121709" y="4081249"/>
            <a:ext cx="163083" cy="340"/>
          </a:xfrm>
          <a:prstGeom prst="line">
            <a:avLst/>
          </a:prstGeom>
          <a:ln w="16988">
            <a:solidFill>
              <a:srgbClr val="0EA5A4"/>
            </a:solidFill>
          </a:ln>
        </p:spPr>
      </p:cxnSp>
      <p:cxnSp>
        <p:nvCxnSpPr>
          <p:cNvPr id="124" name="annotation line 124"/>
          <p:cNvCxnSpPr/>
          <p:nvPr/>
        </p:nvCxnSpPr>
        <p:spPr>
          <a:xfrm>
            <a:off x="9203250" y="3999708"/>
            <a:ext cx="340" cy="163083"/>
          </a:xfrm>
          <a:prstGeom prst="line">
            <a:avLst/>
          </a:prstGeom>
          <a:ln w="16988">
            <a:solidFill>
              <a:srgbClr val="0EA5A4"/>
            </a:solidFill>
          </a:ln>
        </p:spPr>
      </p:cxnSp>
      <p:sp>
        <p:nvSpPr>
          <p:cNvPr id="125" name="(W//2, H//2)"/>
          <p:cNvSpPr/>
          <p:nvPr/>
        </p:nvSpPr>
        <p:spPr>
          <a:xfrm>
            <a:off x="9322165" y="4162791"/>
            <a:ext cx="859585" cy="1921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043" b="1">
                <a:solidFill>
                  <a:srgbClr val="0EA5A4"/>
                </a:solidFill>
                <a:latin typeface="微软雅黑"/>
                <a:ea typeface="微软雅黑"/>
                <a:cs typeface="微软雅黑"/>
              </a:rPr>
              <a:t>(W//2, H//2)</a:t>
            </a:r>
            <a:endParaRPr lang="zh-CN" sz="1043"/>
          </a:p>
        </p:txBody>
      </p:sp>
      <p:sp>
        <p:nvSpPr>
          <p:cNvPr id="126" name="正面同距，灰度一致"/>
          <p:cNvSpPr/>
          <p:nvPr/>
        </p:nvSpPr>
        <p:spPr>
          <a:xfrm>
            <a:off x="8217956" y="3372007"/>
            <a:ext cx="1420183" cy="216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77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正面同距，灰度一致</a:t>
            </a:r>
            <a:endParaRPr lang="zh-CN" sz="1177"/>
          </a:p>
        </p:txBody>
      </p:sp>
      <p:sp>
        <p:nvSpPr>
          <p:cNvPr id="127" name="瓶子更远"/>
          <p:cNvSpPr/>
          <p:nvPr/>
        </p:nvSpPr>
        <p:spPr>
          <a:xfrm>
            <a:off x="10545289" y="3490922"/>
            <a:ext cx="591177" cy="1872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017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瓶子更远</a:t>
            </a:r>
            <a:endParaRPr lang="zh-CN" sz="1017"/>
          </a:p>
        </p:txBody>
      </p:sp>
      <p:cxnSp>
        <p:nvCxnSpPr>
          <p:cNvPr id="128" name="annotation line 128"/>
          <p:cNvCxnSpPr/>
          <p:nvPr/>
        </p:nvCxnSpPr>
        <p:spPr>
          <a:xfrm>
            <a:off x="10952998" y="3704969"/>
            <a:ext cx="135903" cy="159686"/>
          </a:xfrm>
          <a:prstGeom prst="line">
            <a:avLst/>
          </a:prstGeom>
          <a:ln w="10193">
            <a:solidFill>
              <a:srgbClr val="FFFFFF"/>
            </a:solidFill>
          </a:ln>
        </p:spPr>
      </p:cxnSp>
      <p:sp>
        <p:nvSpPr>
          <p:cNvPr id="129" name="rect"/>
          <p:cNvSpPr/>
          <p:nvPr/>
        </p:nvSpPr>
        <p:spPr>
          <a:xfrm>
            <a:off x="6875917" y="5903195"/>
            <a:ext cx="3398" cy="1019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0" name="rect"/>
          <p:cNvSpPr/>
          <p:nvPr/>
        </p:nvSpPr>
        <p:spPr>
          <a:xfrm>
            <a:off x="6879314" y="5903195"/>
            <a:ext cx="3398" cy="101927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131" name="rect"/>
          <p:cNvSpPr/>
          <p:nvPr/>
        </p:nvSpPr>
        <p:spPr>
          <a:xfrm>
            <a:off x="6882712" y="5903195"/>
            <a:ext cx="3398" cy="101927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132" name="rect"/>
          <p:cNvSpPr/>
          <p:nvPr/>
        </p:nvSpPr>
        <p:spPr>
          <a:xfrm>
            <a:off x="6886109" y="5903195"/>
            <a:ext cx="3398" cy="101927"/>
          </a:xfrm>
          <a:prstGeom prst="rect">
            <a:avLst/>
          </a:prstGeom>
          <a:solidFill>
            <a:srgbClr val="FDFDFD"/>
          </a:solidFill>
          <a:ln>
            <a:noFill/>
          </a:ln>
        </p:spPr>
      </p:sp>
      <p:sp>
        <p:nvSpPr>
          <p:cNvPr id="133" name="rect"/>
          <p:cNvSpPr/>
          <p:nvPr/>
        </p:nvSpPr>
        <p:spPr>
          <a:xfrm>
            <a:off x="6889507" y="5903195"/>
            <a:ext cx="3398" cy="101927"/>
          </a:xfrm>
          <a:prstGeom prst="rect">
            <a:avLst/>
          </a:prstGeom>
          <a:solidFill>
            <a:srgbClr val="FDFDFD"/>
          </a:solidFill>
          <a:ln>
            <a:noFill/>
          </a:ln>
        </p:spPr>
      </p:sp>
      <p:sp>
        <p:nvSpPr>
          <p:cNvPr id="134" name="rect"/>
          <p:cNvSpPr/>
          <p:nvPr/>
        </p:nvSpPr>
        <p:spPr>
          <a:xfrm>
            <a:off x="6892904" y="5903195"/>
            <a:ext cx="3398" cy="101927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sp>
      <p:sp>
        <p:nvSpPr>
          <p:cNvPr id="135" name="rect"/>
          <p:cNvSpPr/>
          <p:nvPr/>
        </p:nvSpPr>
        <p:spPr>
          <a:xfrm>
            <a:off x="6896302" y="5903195"/>
            <a:ext cx="3398" cy="101927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sp>
      <p:sp>
        <p:nvSpPr>
          <p:cNvPr id="136" name="rect"/>
          <p:cNvSpPr/>
          <p:nvPr/>
        </p:nvSpPr>
        <p:spPr>
          <a:xfrm>
            <a:off x="6899699" y="5903195"/>
            <a:ext cx="3398" cy="101927"/>
          </a:xfrm>
          <a:prstGeom prst="rect">
            <a:avLst/>
          </a:prstGeom>
          <a:solidFill>
            <a:srgbClr val="FBFBFB"/>
          </a:solidFill>
          <a:ln>
            <a:noFill/>
          </a:ln>
        </p:spPr>
      </p:sp>
      <p:sp>
        <p:nvSpPr>
          <p:cNvPr id="137" name="rect"/>
          <p:cNvSpPr/>
          <p:nvPr/>
        </p:nvSpPr>
        <p:spPr>
          <a:xfrm>
            <a:off x="6903097" y="5903195"/>
            <a:ext cx="3398" cy="101927"/>
          </a:xfrm>
          <a:prstGeom prst="rect">
            <a:avLst/>
          </a:prstGeom>
          <a:solidFill>
            <a:srgbClr val="FBFBFB"/>
          </a:solidFill>
          <a:ln>
            <a:noFill/>
          </a:ln>
        </p:spPr>
      </p:sp>
      <p:sp>
        <p:nvSpPr>
          <p:cNvPr id="138" name="rect"/>
          <p:cNvSpPr/>
          <p:nvPr/>
        </p:nvSpPr>
        <p:spPr>
          <a:xfrm>
            <a:off x="6906495" y="5903195"/>
            <a:ext cx="3398" cy="101927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139" name="rect"/>
          <p:cNvSpPr/>
          <p:nvPr/>
        </p:nvSpPr>
        <p:spPr>
          <a:xfrm>
            <a:off x="6909892" y="5903195"/>
            <a:ext cx="3398" cy="101927"/>
          </a:xfrm>
          <a:prstGeom prst="rect">
            <a:avLst/>
          </a:prstGeom>
          <a:solidFill>
            <a:srgbClr val="F9F9F9"/>
          </a:solidFill>
          <a:ln>
            <a:noFill/>
          </a:ln>
        </p:spPr>
      </p:sp>
      <p:sp>
        <p:nvSpPr>
          <p:cNvPr id="140" name="rect"/>
          <p:cNvSpPr/>
          <p:nvPr/>
        </p:nvSpPr>
        <p:spPr>
          <a:xfrm>
            <a:off x="6913290" y="5903195"/>
            <a:ext cx="3398" cy="101927"/>
          </a:xfrm>
          <a:prstGeom prst="rect">
            <a:avLst/>
          </a:prstGeom>
          <a:solidFill>
            <a:srgbClr val="F9F9F9"/>
          </a:solidFill>
          <a:ln>
            <a:noFill/>
          </a:ln>
        </p:spPr>
      </p:sp>
      <p:sp>
        <p:nvSpPr>
          <p:cNvPr id="141" name="rect"/>
          <p:cNvSpPr/>
          <p:nvPr/>
        </p:nvSpPr>
        <p:spPr>
          <a:xfrm>
            <a:off x="6916687" y="5903195"/>
            <a:ext cx="3398" cy="101927"/>
          </a:xfrm>
          <a:prstGeom prst="rect">
            <a:avLst/>
          </a:prstGeom>
          <a:solidFill>
            <a:srgbClr val="F8F8F8"/>
          </a:solidFill>
          <a:ln>
            <a:noFill/>
          </a:ln>
        </p:spPr>
      </p:sp>
      <p:sp>
        <p:nvSpPr>
          <p:cNvPr id="142" name="rect"/>
          <p:cNvSpPr/>
          <p:nvPr/>
        </p:nvSpPr>
        <p:spPr>
          <a:xfrm>
            <a:off x="6920085" y="5903195"/>
            <a:ext cx="3398" cy="101927"/>
          </a:xfrm>
          <a:prstGeom prst="rect">
            <a:avLst/>
          </a:prstGeom>
          <a:solidFill>
            <a:srgbClr val="F8F8F8"/>
          </a:solidFill>
          <a:ln>
            <a:noFill/>
          </a:ln>
        </p:spPr>
      </p:sp>
      <p:sp>
        <p:nvSpPr>
          <p:cNvPr id="143" name="rect"/>
          <p:cNvSpPr/>
          <p:nvPr/>
        </p:nvSpPr>
        <p:spPr>
          <a:xfrm>
            <a:off x="6923482" y="5903195"/>
            <a:ext cx="3398" cy="101927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44" name="rect"/>
          <p:cNvSpPr/>
          <p:nvPr/>
        </p:nvSpPr>
        <p:spPr>
          <a:xfrm>
            <a:off x="6926880" y="5903195"/>
            <a:ext cx="3398" cy="101927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45" name="rect"/>
          <p:cNvSpPr/>
          <p:nvPr/>
        </p:nvSpPr>
        <p:spPr>
          <a:xfrm>
            <a:off x="6930278" y="5903195"/>
            <a:ext cx="3398" cy="101927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46" name="rect"/>
          <p:cNvSpPr/>
          <p:nvPr/>
        </p:nvSpPr>
        <p:spPr>
          <a:xfrm>
            <a:off x="6933675" y="5903195"/>
            <a:ext cx="3398" cy="101927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47" name="rect"/>
          <p:cNvSpPr/>
          <p:nvPr/>
        </p:nvSpPr>
        <p:spPr>
          <a:xfrm>
            <a:off x="6937073" y="5903195"/>
            <a:ext cx="3398" cy="101927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8" name="rect"/>
          <p:cNvSpPr/>
          <p:nvPr/>
        </p:nvSpPr>
        <p:spPr>
          <a:xfrm>
            <a:off x="6940470" y="5903195"/>
            <a:ext cx="3398" cy="101927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149" name="rect"/>
          <p:cNvSpPr/>
          <p:nvPr/>
        </p:nvSpPr>
        <p:spPr>
          <a:xfrm>
            <a:off x="6943868" y="5903195"/>
            <a:ext cx="3398" cy="101927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150" name="rect"/>
          <p:cNvSpPr/>
          <p:nvPr/>
        </p:nvSpPr>
        <p:spPr>
          <a:xfrm>
            <a:off x="6947265" y="5903195"/>
            <a:ext cx="3398" cy="101927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51" name="rect"/>
          <p:cNvSpPr/>
          <p:nvPr/>
        </p:nvSpPr>
        <p:spPr>
          <a:xfrm>
            <a:off x="6950663" y="5903195"/>
            <a:ext cx="3398" cy="101927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52" name="rect"/>
          <p:cNvSpPr/>
          <p:nvPr/>
        </p:nvSpPr>
        <p:spPr>
          <a:xfrm>
            <a:off x="6954061" y="5903195"/>
            <a:ext cx="3398" cy="1019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3" name="rect"/>
          <p:cNvSpPr/>
          <p:nvPr/>
        </p:nvSpPr>
        <p:spPr>
          <a:xfrm>
            <a:off x="6957458" y="5903195"/>
            <a:ext cx="3398" cy="1019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4" name="rect"/>
          <p:cNvSpPr/>
          <p:nvPr/>
        </p:nvSpPr>
        <p:spPr>
          <a:xfrm>
            <a:off x="6960856" y="5903195"/>
            <a:ext cx="3398" cy="101927"/>
          </a:xfrm>
          <a:prstGeom prst="rect">
            <a:avLst/>
          </a:prstGeom>
          <a:solidFill>
            <a:srgbClr val="F1F1F1"/>
          </a:solidFill>
          <a:ln>
            <a:noFill/>
          </a:ln>
        </p:spPr>
      </p:sp>
      <p:sp>
        <p:nvSpPr>
          <p:cNvPr id="155" name="rect"/>
          <p:cNvSpPr/>
          <p:nvPr/>
        </p:nvSpPr>
        <p:spPr>
          <a:xfrm>
            <a:off x="6964253" y="5903195"/>
            <a:ext cx="3398" cy="101927"/>
          </a:xfrm>
          <a:prstGeom prst="rect">
            <a:avLst/>
          </a:prstGeom>
          <a:solidFill>
            <a:srgbClr val="F1F1F1"/>
          </a:solidFill>
          <a:ln>
            <a:noFill/>
          </a:ln>
        </p:spPr>
      </p:sp>
      <p:sp>
        <p:nvSpPr>
          <p:cNvPr id="156" name="rect"/>
          <p:cNvSpPr/>
          <p:nvPr/>
        </p:nvSpPr>
        <p:spPr>
          <a:xfrm>
            <a:off x="6967651" y="5903195"/>
            <a:ext cx="3398" cy="101927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157" name="rect"/>
          <p:cNvSpPr/>
          <p:nvPr/>
        </p:nvSpPr>
        <p:spPr>
          <a:xfrm>
            <a:off x="6971048" y="5903195"/>
            <a:ext cx="3398" cy="101927"/>
          </a:xfrm>
          <a:prstGeom prst="rect">
            <a:avLst/>
          </a:prstGeom>
          <a:solidFill>
            <a:srgbClr val="EFEFEF"/>
          </a:solidFill>
          <a:ln>
            <a:noFill/>
          </a:ln>
        </p:spPr>
      </p:sp>
      <p:sp>
        <p:nvSpPr>
          <p:cNvPr id="158" name="rect"/>
          <p:cNvSpPr/>
          <p:nvPr/>
        </p:nvSpPr>
        <p:spPr>
          <a:xfrm>
            <a:off x="6974446" y="5903195"/>
            <a:ext cx="3398" cy="101927"/>
          </a:xfrm>
          <a:prstGeom prst="rect">
            <a:avLst/>
          </a:prstGeom>
          <a:solidFill>
            <a:srgbClr val="EFEFEF"/>
          </a:solidFill>
          <a:ln>
            <a:noFill/>
          </a:ln>
        </p:spPr>
      </p:sp>
      <p:sp>
        <p:nvSpPr>
          <p:cNvPr id="159" name="rect"/>
          <p:cNvSpPr/>
          <p:nvPr/>
        </p:nvSpPr>
        <p:spPr>
          <a:xfrm>
            <a:off x="6977844" y="5903195"/>
            <a:ext cx="3398" cy="101927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60" name="rect"/>
          <p:cNvSpPr/>
          <p:nvPr/>
        </p:nvSpPr>
        <p:spPr>
          <a:xfrm>
            <a:off x="6981241" y="5903195"/>
            <a:ext cx="3398" cy="101927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61" name="rect"/>
          <p:cNvSpPr/>
          <p:nvPr/>
        </p:nvSpPr>
        <p:spPr>
          <a:xfrm>
            <a:off x="6984639" y="5903195"/>
            <a:ext cx="3398" cy="101927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2" name="rect"/>
          <p:cNvSpPr/>
          <p:nvPr/>
        </p:nvSpPr>
        <p:spPr>
          <a:xfrm>
            <a:off x="6988036" y="5903195"/>
            <a:ext cx="3398" cy="101927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3" name="rect"/>
          <p:cNvSpPr/>
          <p:nvPr/>
        </p:nvSpPr>
        <p:spPr>
          <a:xfrm>
            <a:off x="6991434" y="5903195"/>
            <a:ext cx="3398" cy="101927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64" name="rect"/>
          <p:cNvSpPr/>
          <p:nvPr/>
        </p:nvSpPr>
        <p:spPr>
          <a:xfrm>
            <a:off x="6994831" y="5903195"/>
            <a:ext cx="3398" cy="101927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65" name="rect"/>
          <p:cNvSpPr/>
          <p:nvPr/>
        </p:nvSpPr>
        <p:spPr>
          <a:xfrm>
            <a:off x="6998229" y="5903195"/>
            <a:ext cx="3398" cy="101927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sp>
      <p:sp>
        <p:nvSpPr>
          <p:cNvPr id="166" name="rect"/>
          <p:cNvSpPr/>
          <p:nvPr/>
        </p:nvSpPr>
        <p:spPr>
          <a:xfrm>
            <a:off x="7001627" y="5903195"/>
            <a:ext cx="3398" cy="101927"/>
          </a:xfrm>
          <a:prstGeom prst="rect">
            <a:avLst/>
          </a:prstGeom>
          <a:solidFill>
            <a:srgbClr val="EAEAEA"/>
          </a:solidFill>
          <a:ln>
            <a:noFill/>
          </a:ln>
        </p:spPr>
      </p:sp>
      <p:sp>
        <p:nvSpPr>
          <p:cNvPr id="167" name="rect"/>
          <p:cNvSpPr/>
          <p:nvPr/>
        </p:nvSpPr>
        <p:spPr>
          <a:xfrm>
            <a:off x="7005024" y="5903195"/>
            <a:ext cx="3398" cy="101927"/>
          </a:xfrm>
          <a:prstGeom prst="rect">
            <a:avLst/>
          </a:prstGeom>
          <a:solidFill>
            <a:srgbClr val="EAEAEA"/>
          </a:solidFill>
          <a:ln>
            <a:noFill/>
          </a:ln>
        </p:spPr>
      </p:sp>
      <p:sp>
        <p:nvSpPr>
          <p:cNvPr id="168" name="rect"/>
          <p:cNvSpPr/>
          <p:nvPr/>
        </p:nvSpPr>
        <p:spPr>
          <a:xfrm>
            <a:off x="7008422" y="5903195"/>
            <a:ext cx="3398" cy="101927"/>
          </a:xfrm>
          <a:prstGeom prst="rect">
            <a:avLst/>
          </a:prstGeom>
          <a:solidFill>
            <a:srgbClr val="E9E9E9"/>
          </a:solidFill>
          <a:ln>
            <a:noFill/>
          </a:ln>
        </p:spPr>
      </p:sp>
      <p:sp>
        <p:nvSpPr>
          <p:cNvPr id="169" name="rect"/>
          <p:cNvSpPr/>
          <p:nvPr/>
        </p:nvSpPr>
        <p:spPr>
          <a:xfrm>
            <a:off x="7011819" y="5903195"/>
            <a:ext cx="3398" cy="101927"/>
          </a:xfrm>
          <a:prstGeom prst="rect">
            <a:avLst/>
          </a:prstGeom>
          <a:solidFill>
            <a:srgbClr val="E9E9E9"/>
          </a:solidFill>
          <a:ln>
            <a:noFill/>
          </a:ln>
        </p:spPr>
      </p:sp>
      <p:sp>
        <p:nvSpPr>
          <p:cNvPr id="170" name="rect"/>
          <p:cNvSpPr/>
          <p:nvPr/>
        </p:nvSpPr>
        <p:spPr>
          <a:xfrm>
            <a:off x="7015217" y="5903195"/>
            <a:ext cx="3398" cy="101927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171" name="rect"/>
          <p:cNvSpPr/>
          <p:nvPr/>
        </p:nvSpPr>
        <p:spPr>
          <a:xfrm>
            <a:off x="7018614" y="5903195"/>
            <a:ext cx="3398" cy="101927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172" name="rect"/>
          <p:cNvSpPr/>
          <p:nvPr/>
        </p:nvSpPr>
        <p:spPr>
          <a:xfrm>
            <a:off x="7022012" y="5903195"/>
            <a:ext cx="3398" cy="101927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sp>
        <p:nvSpPr>
          <p:cNvPr id="173" name="rect"/>
          <p:cNvSpPr/>
          <p:nvPr/>
        </p:nvSpPr>
        <p:spPr>
          <a:xfrm>
            <a:off x="7025409" y="5903195"/>
            <a:ext cx="3398" cy="101927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sp>
        <p:nvSpPr>
          <p:cNvPr id="174" name="rect"/>
          <p:cNvSpPr/>
          <p:nvPr/>
        </p:nvSpPr>
        <p:spPr>
          <a:xfrm>
            <a:off x="7028807" y="5903195"/>
            <a:ext cx="3398" cy="101927"/>
          </a:xfrm>
          <a:prstGeom prst="rect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75" name="rect"/>
          <p:cNvSpPr/>
          <p:nvPr/>
        </p:nvSpPr>
        <p:spPr>
          <a:xfrm>
            <a:off x="7032205" y="5903195"/>
            <a:ext cx="3398" cy="101927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76" name="rect"/>
          <p:cNvSpPr/>
          <p:nvPr/>
        </p:nvSpPr>
        <p:spPr>
          <a:xfrm>
            <a:off x="7035602" y="5903195"/>
            <a:ext cx="3398" cy="101927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77" name="rect"/>
          <p:cNvSpPr/>
          <p:nvPr/>
        </p:nvSpPr>
        <p:spPr>
          <a:xfrm>
            <a:off x="7039000" y="5903195"/>
            <a:ext cx="3398" cy="101927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78" name="rect"/>
          <p:cNvSpPr/>
          <p:nvPr/>
        </p:nvSpPr>
        <p:spPr>
          <a:xfrm>
            <a:off x="7042397" y="5903195"/>
            <a:ext cx="3398" cy="101927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79" name="rect"/>
          <p:cNvSpPr/>
          <p:nvPr/>
        </p:nvSpPr>
        <p:spPr>
          <a:xfrm>
            <a:off x="7045795" y="5903195"/>
            <a:ext cx="3398" cy="101927"/>
          </a:xfrm>
          <a:prstGeom prst="rect">
            <a:avLst/>
          </a:prstGeom>
          <a:solidFill>
            <a:srgbClr val="E3E3E3"/>
          </a:solidFill>
          <a:ln>
            <a:noFill/>
          </a:ln>
        </p:spPr>
      </p:sp>
      <p:sp>
        <p:nvSpPr>
          <p:cNvPr id="180" name="rect"/>
          <p:cNvSpPr/>
          <p:nvPr/>
        </p:nvSpPr>
        <p:spPr>
          <a:xfrm>
            <a:off x="7049192" y="5903195"/>
            <a:ext cx="3398" cy="101927"/>
          </a:xfrm>
          <a:prstGeom prst="rect">
            <a:avLst/>
          </a:prstGeom>
          <a:solidFill>
            <a:srgbClr val="E3E3E3"/>
          </a:solidFill>
          <a:ln>
            <a:noFill/>
          </a:ln>
        </p:spPr>
      </p:sp>
      <p:sp>
        <p:nvSpPr>
          <p:cNvPr id="181" name="rect"/>
          <p:cNvSpPr/>
          <p:nvPr/>
        </p:nvSpPr>
        <p:spPr>
          <a:xfrm>
            <a:off x="7052590" y="5903195"/>
            <a:ext cx="3398" cy="101927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82" name="rect"/>
          <p:cNvSpPr/>
          <p:nvPr/>
        </p:nvSpPr>
        <p:spPr>
          <a:xfrm>
            <a:off x="7055988" y="5903195"/>
            <a:ext cx="3398" cy="101927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83" name="rect"/>
          <p:cNvSpPr/>
          <p:nvPr/>
        </p:nvSpPr>
        <p:spPr>
          <a:xfrm>
            <a:off x="7059385" y="5903195"/>
            <a:ext cx="3398" cy="101927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184" name="rect"/>
          <p:cNvSpPr/>
          <p:nvPr/>
        </p:nvSpPr>
        <p:spPr>
          <a:xfrm>
            <a:off x="7062783" y="5903195"/>
            <a:ext cx="3398" cy="101927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85" name="rect"/>
          <p:cNvSpPr/>
          <p:nvPr/>
        </p:nvSpPr>
        <p:spPr>
          <a:xfrm>
            <a:off x="7066180" y="5903195"/>
            <a:ext cx="3398" cy="101927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86" name="rect"/>
          <p:cNvSpPr/>
          <p:nvPr/>
        </p:nvSpPr>
        <p:spPr>
          <a:xfrm>
            <a:off x="7069578" y="5903195"/>
            <a:ext cx="3398" cy="101927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87" name="rect"/>
          <p:cNvSpPr/>
          <p:nvPr/>
        </p:nvSpPr>
        <p:spPr>
          <a:xfrm>
            <a:off x="7072975" y="5903195"/>
            <a:ext cx="3398" cy="101927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88" name="rect"/>
          <p:cNvSpPr/>
          <p:nvPr/>
        </p:nvSpPr>
        <p:spPr>
          <a:xfrm>
            <a:off x="7076373" y="5903195"/>
            <a:ext cx="3398" cy="101927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189" name="rect"/>
          <p:cNvSpPr/>
          <p:nvPr/>
        </p:nvSpPr>
        <p:spPr>
          <a:xfrm>
            <a:off x="7079771" y="5903195"/>
            <a:ext cx="3398" cy="101927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190" name="rect"/>
          <p:cNvSpPr/>
          <p:nvPr/>
        </p:nvSpPr>
        <p:spPr>
          <a:xfrm>
            <a:off x="7083168" y="5903195"/>
            <a:ext cx="3398" cy="101927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91" name="rect"/>
          <p:cNvSpPr/>
          <p:nvPr/>
        </p:nvSpPr>
        <p:spPr>
          <a:xfrm>
            <a:off x="7086566" y="5903195"/>
            <a:ext cx="3398" cy="101927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92" name="rect"/>
          <p:cNvSpPr/>
          <p:nvPr/>
        </p:nvSpPr>
        <p:spPr>
          <a:xfrm>
            <a:off x="7089963" y="5903195"/>
            <a:ext cx="3398" cy="101927"/>
          </a:xfrm>
          <a:prstGeom prst="rect">
            <a:avLst/>
          </a:prstGeom>
          <a:solidFill>
            <a:srgbClr val="DCDCDC"/>
          </a:solidFill>
          <a:ln>
            <a:noFill/>
          </a:ln>
        </p:spPr>
      </p:sp>
      <p:sp>
        <p:nvSpPr>
          <p:cNvPr id="193" name="rect"/>
          <p:cNvSpPr/>
          <p:nvPr/>
        </p:nvSpPr>
        <p:spPr>
          <a:xfrm>
            <a:off x="7093361" y="5903195"/>
            <a:ext cx="3398" cy="101927"/>
          </a:xfrm>
          <a:prstGeom prst="rect">
            <a:avLst/>
          </a:prstGeom>
          <a:solidFill>
            <a:srgbClr val="DBDBDB"/>
          </a:solidFill>
          <a:ln>
            <a:noFill/>
          </a:ln>
        </p:spPr>
      </p:sp>
      <p:sp>
        <p:nvSpPr>
          <p:cNvPr id="194" name="rect"/>
          <p:cNvSpPr/>
          <p:nvPr/>
        </p:nvSpPr>
        <p:spPr>
          <a:xfrm>
            <a:off x="7096758" y="5903195"/>
            <a:ext cx="3398" cy="101927"/>
          </a:xfrm>
          <a:prstGeom prst="rect">
            <a:avLst/>
          </a:prstGeom>
          <a:solidFill>
            <a:srgbClr val="DBDBDB"/>
          </a:solidFill>
          <a:ln>
            <a:noFill/>
          </a:ln>
        </p:spPr>
      </p:sp>
      <p:sp>
        <p:nvSpPr>
          <p:cNvPr id="195" name="rect"/>
          <p:cNvSpPr/>
          <p:nvPr/>
        </p:nvSpPr>
        <p:spPr>
          <a:xfrm>
            <a:off x="7100156" y="5903195"/>
            <a:ext cx="3398" cy="101927"/>
          </a:xfrm>
          <a:prstGeom prst="rect">
            <a:avLst/>
          </a:prstGeom>
          <a:solidFill>
            <a:srgbClr val="DADADA"/>
          </a:solidFill>
          <a:ln>
            <a:noFill/>
          </a:ln>
        </p:spPr>
      </p:sp>
      <p:sp>
        <p:nvSpPr>
          <p:cNvPr id="196" name="rect"/>
          <p:cNvSpPr/>
          <p:nvPr/>
        </p:nvSpPr>
        <p:spPr>
          <a:xfrm>
            <a:off x="7103554" y="5903195"/>
            <a:ext cx="3398" cy="101927"/>
          </a:xfrm>
          <a:prstGeom prst="rect">
            <a:avLst/>
          </a:prstGeom>
          <a:solidFill>
            <a:srgbClr val="DADADA"/>
          </a:solidFill>
          <a:ln>
            <a:noFill/>
          </a:ln>
        </p:spPr>
      </p:sp>
      <p:sp>
        <p:nvSpPr>
          <p:cNvPr id="197" name="rect"/>
          <p:cNvSpPr/>
          <p:nvPr/>
        </p:nvSpPr>
        <p:spPr>
          <a:xfrm>
            <a:off x="7106951" y="5903195"/>
            <a:ext cx="3398" cy="10192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8" name="rect"/>
          <p:cNvSpPr/>
          <p:nvPr/>
        </p:nvSpPr>
        <p:spPr>
          <a:xfrm>
            <a:off x="7110349" y="5903195"/>
            <a:ext cx="3398" cy="10192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" name="rect"/>
          <p:cNvSpPr/>
          <p:nvPr/>
        </p:nvSpPr>
        <p:spPr>
          <a:xfrm>
            <a:off x="7113746" y="5903195"/>
            <a:ext cx="3398" cy="1019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0" name="rect"/>
          <p:cNvSpPr/>
          <p:nvPr/>
        </p:nvSpPr>
        <p:spPr>
          <a:xfrm>
            <a:off x="7117144" y="5903195"/>
            <a:ext cx="3398" cy="1019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" name="rect"/>
          <p:cNvSpPr/>
          <p:nvPr/>
        </p:nvSpPr>
        <p:spPr>
          <a:xfrm>
            <a:off x="7120541" y="5903195"/>
            <a:ext cx="3398" cy="101927"/>
          </a:xfrm>
          <a:prstGeom prst="rect">
            <a:avLst/>
          </a:prstGeom>
          <a:solidFill>
            <a:srgbClr val="D7D7D7"/>
          </a:solidFill>
          <a:ln>
            <a:noFill/>
          </a:ln>
        </p:spPr>
      </p:sp>
      <p:sp>
        <p:nvSpPr>
          <p:cNvPr id="202" name="rect"/>
          <p:cNvSpPr/>
          <p:nvPr/>
        </p:nvSpPr>
        <p:spPr>
          <a:xfrm>
            <a:off x="7123939" y="5903195"/>
            <a:ext cx="3398" cy="101927"/>
          </a:xfrm>
          <a:prstGeom prst="rect">
            <a:avLst/>
          </a:prstGeom>
          <a:solidFill>
            <a:srgbClr val="D6D6D6"/>
          </a:solidFill>
          <a:ln>
            <a:noFill/>
          </a:ln>
        </p:spPr>
      </p:sp>
      <p:sp>
        <p:nvSpPr>
          <p:cNvPr id="203" name="rect"/>
          <p:cNvSpPr/>
          <p:nvPr/>
        </p:nvSpPr>
        <p:spPr>
          <a:xfrm>
            <a:off x="7127337" y="5903195"/>
            <a:ext cx="3398" cy="101927"/>
          </a:xfrm>
          <a:prstGeom prst="rect">
            <a:avLst/>
          </a:prstGeom>
          <a:solidFill>
            <a:srgbClr val="D6D6D6"/>
          </a:solidFill>
          <a:ln>
            <a:noFill/>
          </a:ln>
        </p:spPr>
      </p:sp>
      <p:sp>
        <p:nvSpPr>
          <p:cNvPr id="204" name="rect"/>
          <p:cNvSpPr/>
          <p:nvPr/>
        </p:nvSpPr>
        <p:spPr>
          <a:xfrm>
            <a:off x="7130734" y="5903195"/>
            <a:ext cx="3398" cy="101927"/>
          </a:xfrm>
          <a:prstGeom prst="rect">
            <a:avLst/>
          </a:prstGeom>
          <a:solidFill>
            <a:srgbClr val="D5D5D5"/>
          </a:solidFill>
          <a:ln>
            <a:noFill/>
          </a:ln>
        </p:spPr>
      </p:sp>
      <p:sp>
        <p:nvSpPr>
          <p:cNvPr id="205" name="rect"/>
          <p:cNvSpPr/>
          <p:nvPr/>
        </p:nvSpPr>
        <p:spPr>
          <a:xfrm>
            <a:off x="7134132" y="5903195"/>
            <a:ext cx="3398" cy="101927"/>
          </a:xfrm>
          <a:prstGeom prst="rect">
            <a:avLst/>
          </a:prstGeom>
          <a:solidFill>
            <a:srgbClr val="D5D5D5"/>
          </a:solidFill>
          <a:ln>
            <a:noFill/>
          </a:ln>
        </p:spPr>
      </p:sp>
      <p:sp>
        <p:nvSpPr>
          <p:cNvPr id="206" name="rect"/>
          <p:cNvSpPr/>
          <p:nvPr/>
        </p:nvSpPr>
        <p:spPr>
          <a:xfrm>
            <a:off x="7137529" y="5903195"/>
            <a:ext cx="3398" cy="101927"/>
          </a:xfrm>
          <a:prstGeom prst="rect">
            <a:avLst/>
          </a:prstGeom>
          <a:solidFill>
            <a:srgbClr val="D4D4D4"/>
          </a:solidFill>
          <a:ln>
            <a:noFill/>
          </a:ln>
        </p:spPr>
      </p:sp>
      <p:sp>
        <p:nvSpPr>
          <p:cNvPr id="207" name="rect"/>
          <p:cNvSpPr/>
          <p:nvPr/>
        </p:nvSpPr>
        <p:spPr>
          <a:xfrm>
            <a:off x="7140927" y="5903195"/>
            <a:ext cx="3398" cy="101927"/>
          </a:xfrm>
          <a:prstGeom prst="rect">
            <a:avLst/>
          </a:prstGeom>
          <a:solidFill>
            <a:srgbClr val="D4D4D4"/>
          </a:solidFill>
          <a:ln>
            <a:noFill/>
          </a:ln>
        </p:spPr>
      </p:sp>
      <p:sp>
        <p:nvSpPr>
          <p:cNvPr id="208" name="rect"/>
          <p:cNvSpPr/>
          <p:nvPr/>
        </p:nvSpPr>
        <p:spPr>
          <a:xfrm>
            <a:off x="7144324" y="5903195"/>
            <a:ext cx="3398" cy="101927"/>
          </a:xfrm>
          <a:prstGeom prst="rect">
            <a:avLst/>
          </a:prstGeom>
          <a:solidFill>
            <a:srgbClr val="D3D3D3"/>
          </a:solidFill>
          <a:ln>
            <a:noFill/>
          </a:ln>
        </p:spPr>
      </p:sp>
      <p:sp>
        <p:nvSpPr>
          <p:cNvPr id="209" name="rect"/>
          <p:cNvSpPr/>
          <p:nvPr/>
        </p:nvSpPr>
        <p:spPr>
          <a:xfrm>
            <a:off x="7147722" y="5903195"/>
            <a:ext cx="3398" cy="101927"/>
          </a:xfrm>
          <a:prstGeom prst="rect">
            <a:avLst/>
          </a:prstGeom>
          <a:solidFill>
            <a:srgbClr val="D3D3D3"/>
          </a:solidFill>
          <a:ln>
            <a:noFill/>
          </a:ln>
        </p:spPr>
      </p:sp>
      <p:sp>
        <p:nvSpPr>
          <p:cNvPr id="210" name="rect"/>
          <p:cNvSpPr/>
          <p:nvPr/>
        </p:nvSpPr>
        <p:spPr>
          <a:xfrm>
            <a:off x="7151119" y="5903195"/>
            <a:ext cx="3398" cy="101927"/>
          </a:xfrm>
          <a:prstGeom prst="rect">
            <a:avLst/>
          </a:prstGeom>
          <a:solidFill>
            <a:srgbClr val="D2D2D2"/>
          </a:solidFill>
          <a:ln>
            <a:noFill/>
          </a:ln>
        </p:spPr>
      </p:sp>
      <p:sp>
        <p:nvSpPr>
          <p:cNvPr id="211" name="rect"/>
          <p:cNvSpPr/>
          <p:nvPr/>
        </p:nvSpPr>
        <p:spPr>
          <a:xfrm>
            <a:off x="7154517" y="5903195"/>
            <a:ext cx="3398" cy="101927"/>
          </a:xfrm>
          <a:prstGeom prst="rect">
            <a:avLst/>
          </a:prstGeom>
          <a:solidFill>
            <a:srgbClr val="D1D1D1"/>
          </a:solidFill>
          <a:ln>
            <a:noFill/>
          </a:ln>
        </p:spPr>
      </p:sp>
      <p:sp>
        <p:nvSpPr>
          <p:cNvPr id="212" name="rect"/>
          <p:cNvSpPr/>
          <p:nvPr/>
        </p:nvSpPr>
        <p:spPr>
          <a:xfrm>
            <a:off x="7157915" y="5903195"/>
            <a:ext cx="3398" cy="101927"/>
          </a:xfrm>
          <a:prstGeom prst="rect">
            <a:avLst/>
          </a:prstGeom>
          <a:solidFill>
            <a:srgbClr val="D1D1D1"/>
          </a:solidFill>
          <a:ln>
            <a:noFill/>
          </a:ln>
        </p:spPr>
      </p:sp>
      <p:sp>
        <p:nvSpPr>
          <p:cNvPr id="213" name="rect"/>
          <p:cNvSpPr/>
          <p:nvPr/>
        </p:nvSpPr>
        <p:spPr>
          <a:xfrm>
            <a:off x="7161312" y="5903195"/>
            <a:ext cx="3398" cy="101927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214" name="rect"/>
          <p:cNvSpPr/>
          <p:nvPr/>
        </p:nvSpPr>
        <p:spPr>
          <a:xfrm>
            <a:off x="7164710" y="5903195"/>
            <a:ext cx="3398" cy="101927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215" name="rect"/>
          <p:cNvSpPr/>
          <p:nvPr/>
        </p:nvSpPr>
        <p:spPr>
          <a:xfrm>
            <a:off x="7168107" y="5903195"/>
            <a:ext cx="3398" cy="101927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216" name="rect"/>
          <p:cNvSpPr/>
          <p:nvPr/>
        </p:nvSpPr>
        <p:spPr>
          <a:xfrm>
            <a:off x="7171505" y="5903195"/>
            <a:ext cx="3398" cy="101927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217" name="rect"/>
          <p:cNvSpPr/>
          <p:nvPr/>
        </p:nvSpPr>
        <p:spPr>
          <a:xfrm>
            <a:off x="7174902" y="5903195"/>
            <a:ext cx="3398" cy="101927"/>
          </a:xfrm>
          <a:prstGeom prst="rect">
            <a:avLst/>
          </a:prstGeom>
          <a:solidFill>
            <a:srgbClr val="CECECE"/>
          </a:solidFill>
          <a:ln>
            <a:noFill/>
          </a:ln>
        </p:spPr>
      </p:sp>
      <p:sp>
        <p:nvSpPr>
          <p:cNvPr id="218" name="rect"/>
          <p:cNvSpPr/>
          <p:nvPr/>
        </p:nvSpPr>
        <p:spPr>
          <a:xfrm>
            <a:off x="7178300" y="5903195"/>
            <a:ext cx="3398" cy="101927"/>
          </a:xfrm>
          <a:prstGeom prst="rect">
            <a:avLst/>
          </a:prstGeom>
          <a:solidFill>
            <a:srgbClr val="CECECE"/>
          </a:solidFill>
          <a:ln>
            <a:noFill/>
          </a:ln>
        </p:spPr>
      </p:sp>
      <p:sp>
        <p:nvSpPr>
          <p:cNvPr id="219" name="rect"/>
          <p:cNvSpPr/>
          <p:nvPr/>
        </p:nvSpPr>
        <p:spPr>
          <a:xfrm>
            <a:off x="7181698" y="5903195"/>
            <a:ext cx="3398" cy="101927"/>
          </a:xfrm>
          <a:prstGeom prst="rect">
            <a:avLst/>
          </a:prstGeom>
          <a:solidFill>
            <a:srgbClr val="CDCDCD"/>
          </a:solidFill>
          <a:ln>
            <a:noFill/>
          </a:ln>
        </p:spPr>
      </p:sp>
      <p:sp>
        <p:nvSpPr>
          <p:cNvPr id="220" name="rect"/>
          <p:cNvSpPr/>
          <p:nvPr/>
        </p:nvSpPr>
        <p:spPr>
          <a:xfrm>
            <a:off x="7185095" y="5903195"/>
            <a:ext cx="3398" cy="101927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221" name="rect"/>
          <p:cNvSpPr/>
          <p:nvPr/>
        </p:nvSpPr>
        <p:spPr>
          <a:xfrm>
            <a:off x="7188493" y="5903195"/>
            <a:ext cx="3398" cy="101927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222" name="rect"/>
          <p:cNvSpPr/>
          <p:nvPr/>
        </p:nvSpPr>
        <p:spPr>
          <a:xfrm>
            <a:off x="7191890" y="5903195"/>
            <a:ext cx="3398" cy="101927"/>
          </a:xfrm>
          <a:prstGeom prst="rect">
            <a:avLst/>
          </a:prstGeom>
          <a:solidFill>
            <a:srgbClr val="CBCBCB"/>
          </a:solidFill>
          <a:ln>
            <a:noFill/>
          </a:ln>
        </p:spPr>
      </p:sp>
      <p:sp>
        <p:nvSpPr>
          <p:cNvPr id="223" name="rect"/>
          <p:cNvSpPr/>
          <p:nvPr/>
        </p:nvSpPr>
        <p:spPr>
          <a:xfrm>
            <a:off x="7195288" y="5903195"/>
            <a:ext cx="3398" cy="101927"/>
          </a:xfrm>
          <a:prstGeom prst="rect">
            <a:avLst/>
          </a:prstGeom>
          <a:solidFill>
            <a:srgbClr val="CBCBCB"/>
          </a:solidFill>
          <a:ln>
            <a:noFill/>
          </a:ln>
        </p:spPr>
      </p:sp>
      <p:sp>
        <p:nvSpPr>
          <p:cNvPr id="224" name="rect"/>
          <p:cNvSpPr/>
          <p:nvPr/>
        </p:nvSpPr>
        <p:spPr>
          <a:xfrm>
            <a:off x="7198685" y="5903195"/>
            <a:ext cx="3398" cy="101927"/>
          </a:xfrm>
          <a:prstGeom prst="rect">
            <a:avLst/>
          </a:prstGeom>
          <a:solidFill>
            <a:srgbClr val="CACACA"/>
          </a:solidFill>
          <a:ln>
            <a:noFill/>
          </a:ln>
        </p:spPr>
      </p:sp>
      <p:sp>
        <p:nvSpPr>
          <p:cNvPr id="225" name="rect"/>
          <p:cNvSpPr/>
          <p:nvPr/>
        </p:nvSpPr>
        <p:spPr>
          <a:xfrm>
            <a:off x="7202083" y="5903195"/>
            <a:ext cx="3398" cy="101927"/>
          </a:xfrm>
          <a:prstGeom prst="rect">
            <a:avLst/>
          </a:prstGeom>
          <a:solidFill>
            <a:srgbClr val="CACACA"/>
          </a:solidFill>
          <a:ln>
            <a:noFill/>
          </a:ln>
        </p:spPr>
      </p:sp>
      <p:sp>
        <p:nvSpPr>
          <p:cNvPr id="226" name="rect"/>
          <p:cNvSpPr/>
          <p:nvPr/>
        </p:nvSpPr>
        <p:spPr>
          <a:xfrm>
            <a:off x="7205481" y="5903195"/>
            <a:ext cx="3398" cy="101927"/>
          </a:xfrm>
          <a:prstGeom prst="rect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27" name="rect"/>
          <p:cNvSpPr/>
          <p:nvPr/>
        </p:nvSpPr>
        <p:spPr>
          <a:xfrm>
            <a:off x="7208878" y="5903195"/>
            <a:ext cx="3398" cy="101927"/>
          </a:xfrm>
          <a:prstGeom prst="rect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28" name="rect"/>
          <p:cNvSpPr/>
          <p:nvPr/>
        </p:nvSpPr>
        <p:spPr>
          <a:xfrm>
            <a:off x="7212276" y="5903195"/>
            <a:ext cx="3398" cy="101927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229" name="rect"/>
          <p:cNvSpPr/>
          <p:nvPr/>
        </p:nvSpPr>
        <p:spPr>
          <a:xfrm>
            <a:off x="7215673" y="5903195"/>
            <a:ext cx="3398" cy="101927"/>
          </a:xfrm>
          <a:prstGeom prst="rect">
            <a:avLst/>
          </a:prstGeom>
          <a:solidFill>
            <a:srgbClr val="C7C7C7"/>
          </a:solidFill>
          <a:ln>
            <a:noFill/>
          </a:ln>
        </p:spPr>
      </p:sp>
      <p:sp>
        <p:nvSpPr>
          <p:cNvPr id="230" name="rect"/>
          <p:cNvSpPr/>
          <p:nvPr/>
        </p:nvSpPr>
        <p:spPr>
          <a:xfrm>
            <a:off x="7219071" y="5903195"/>
            <a:ext cx="3398" cy="101927"/>
          </a:xfrm>
          <a:prstGeom prst="rect">
            <a:avLst/>
          </a:prstGeom>
          <a:solidFill>
            <a:srgbClr val="C7C7C7"/>
          </a:solidFill>
          <a:ln>
            <a:noFill/>
          </a:ln>
        </p:spPr>
      </p:sp>
      <p:sp>
        <p:nvSpPr>
          <p:cNvPr id="231" name="rect"/>
          <p:cNvSpPr/>
          <p:nvPr/>
        </p:nvSpPr>
        <p:spPr>
          <a:xfrm>
            <a:off x="7222468" y="5903195"/>
            <a:ext cx="3398" cy="101927"/>
          </a:xfrm>
          <a:prstGeom prst="rect">
            <a:avLst/>
          </a:prstGeom>
          <a:solidFill>
            <a:srgbClr val="C6C6C6"/>
          </a:solidFill>
          <a:ln>
            <a:noFill/>
          </a:ln>
        </p:spPr>
      </p:sp>
      <p:sp>
        <p:nvSpPr>
          <p:cNvPr id="232" name="rect"/>
          <p:cNvSpPr/>
          <p:nvPr/>
        </p:nvSpPr>
        <p:spPr>
          <a:xfrm>
            <a:off x="7225866" y="5903195"/>
            <a:ext cx="3398" cy="101927"/>
          </a:xfrm>
          <a:prstGeom prst="rect">
            <a:avLst/>
          </a:prstGeom>
          <a:solidFill>
            <a:srgbClr val="C6C6C6"/>
          </a:solidFill>
          <a:ln>
            <a:noFill/>
          </a:ln>
        </p:spPr>
      </p:sp>
      <p:sp>
        <p:nvSpPr>
          <p:cNvPr id="233" name="rect"/>
          <p:cNvSpPr/>
          <p:nvPr/>
        </p:nvSpPr>
        <p:spPr>
          <a:xfrm>
            <a:off x="7229264" y="5903195"/>
            <a:ext cx="3398" cy="101927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234" name="rect"/>
          <p:cNvSpPr/>
          <p:nvPr/>
        </p:nvSpPr>
        <p:spPr>
          <a:xfrm>
            <a:off x="7232661" y="5903195"/>
            <a:ext cx="3398" cy="101927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235" name="rect"/>
          <p:cNvSpPr/>
          <p:nvPr/>
        </p:nvSpPr>
        <p:spPr>
          <a:xfrm>
            <a:off x="7236059" y="5903195"/>
            <a:ext cx="3398" cy="101927"/>
          </a:xfrm>
          <a:prstGeom prst="rect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236" name="rect"/>
          <p:cNvSpPr/>
          <p:nvPr/>
        </p:nvSpPr>
        <p:spPr>
          <a:xfrm>
            <a:off x="7239456" y="5903195"/>
            <a:ext cx="3398" cy="101927"/>
          </a:xfrm>
          <a:prstGeom prst="rect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237" name="rect"/>
          <p:cNvSpPr/>
          <p:nvPr/>
        </p:nvSpPr>
        <p:spPr>
          <a:xfrm>
            <a:off x="7242854" y="5903195"/>
            <a:ext cx="3398" cy="101927"/>
          </a:xfrm>
          <a:prstGeom prst="rect">
            <a:avLst/>
          </a:prstGeom>
          <a:solidFill>
            <a:srgbClr val="C3C3C3"/>
          </a:solidFill>
          <a:ln>
            <a:noFill/>
          </a:ln>
        </p:spPr>
      </p:sp>
      <p:sp>
        <p:nvSpPr>
          <p:cNvPr id="238" name="rect"/>
          <p:cNvSpPr/>
          <p:nvPr/>
        </p:nvSpPr>
        <p:spPr>
          <a:xfrm>
            <a:off x="7246251" y="5903195"/>
            <a:ext cx="3398" cy="101927"/>
          </a:xfrm>
          <a:prstGeom prst="rect">
            <a:avLst/>
          </a:prstGeom>
          <a:solidFill>
            <a:srgbClr val="C2C2C2"/>
          </a:solidFill>
          <a:ln>
            <a:noFill/>
          </a:ln>
        </p:spPr>
      </p:sp>
      <p:sp>
        <p:nvSpPr>
          <p:cNvPr id="239" name="rect"/>
          <p:cNvSpPr/>
          <p:nvPr/>
        </p:nvSpPr>
        <p:spPr>
          <a:xfrm>
            <a:off x="7249649" y="5903195"/>
            <a:ext cx="3398" cy="101927"/>
          </a:xfrm>
          <a:prstGeom prst="rect">
            <a:avLst/>
          </a:prstGeom>
          <a:solidFill>
            <a:srgbClr val="C2C2C2"/>
          </a:solidFill>
          <a:ln>
            <a:noFill/>
          </a:ln>
        </p:spPr>
      </p:sp>
      <p:sp>
        <p:nvSpPr>
          <p:cNvPr id="240" name="rect"/>
          <p:cNvSpPr/>
          <p:nvPr/>
        </p:nvSpPr>
        <p:spPr>
          <a:xfrm>
            <a:off x="7253047" y="5903195"/>
            <a:ext cx="3398" cy="101927"/>
          </a:xfrm>
          <a:prstGeom prst="rect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241" name="rect"/>
          <p:cNvSpPr/>
          <p:nvPr/>
        </p:nvSpPr>
        <p:spPr>
          <a:xfrm>
            <a:off x="7256444" y="5903195"/>
            <a:ext cx="3398" cy="101927"/>
          </a:xfrm>
          <a:prstGeom prst="rect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242" name="rect"/>
          <p:cNvSpPr/>
          <p:nvPr/>
        </p:nvSpPr>
        <p:spPr>
          <a:xfrm>
            <a:off x="7259842" y="5903195"/>
            <a:ext cx="3398" cy="101927"/>
          </a:xfrm>
          <a:prstGeom prst="rect">
            <a:avLst/>
          </a:prstGeom>
          <a:solidFill>
            <a:srgbClr val="C0C0C0"/>
          </a:solidFill>
          <a:ln>
            <a:noFill/>
          </a:ln>
        </p:spPr>
      </p:sp>
      <p:sp>
        <p:nvSpPr>
          <p:cNvPr id="243" name="rect"/>
          <p:cNvSpPr/>
          <p:nvPr/>
        </p:nvSpPr>
        <p:spPr>
          <a:xfrm>
            <a:off x="7263239" y="5903195"/>
            <a:ext cx="3398" cy="101927"/>
          </a:xfrm>
          <a:prstGeom prst="rect">
            <a:avLst/>
          </a:prstGeom>
          <a:solidFill>
            <a:srgbClr val="C0C0C0"/>
          </a:solidFill>
          <a:ln>
            <a:noFill/>
          </a:ln>
        </p:spPr>
      </p:sp>
      <p:sp>
        <p:nvSpPr>
          <p:cNvPr id="244" name="rect"/>
          <p:cNvSpPr/>
          <p:nvPr/>
        </p:nvSpPr>
        <p:spPr>
          <a:xfrm>
            <a:off x="7266637" y="5903195"/>
            <a:ext cx="3398" cy="10192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45" name="rect"/>
          <p:cNvSpPr/>
          <p:nvPr/>
        </p:nvSpPr>
        <p:spPr>
          <a:xfrm>
            <a:off x="7270034" y="5903195"/>
            <a:ext cx="3398" cy="10192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46" name="rect"/>
          <p:cNvSpPr/>
          <p:nvPr/>
        </p:nvSpPr>
        <p:spPr>
          <a:xfrm>
            <a:off x="7273432" y="5903195"/>
            <a:ext cx="3398" cy="101927"/>
          </a:xfrm>
          <a:prstGeom prst="rect">
            <a:avLst/>
          </a:prstGeom>
          <a:solidFill>
            <a:srgbClr val="BEBEBE"/>
          </a:solidFill>
          <a:ln>
            <a:noFill/>
          </a:ln>
        </p:spPr>
      </p:sp>
      <p:sp>
        <p:nvSpPr>
          <p:cNvPr id="247" name="rect"/>
          <p:cNvSpPr/>
          <p:nvPr/>
        </p:nvSpPr>
        <p:spPr>
          <a:xfrm>
            <a:off x="7276829" y="5903195"/>
            <a:ext cx="3398" cy="101927"/>
          </a:xfrm>
          <a:prstGeom prst="rect">
            <a:avLst/>
          </a:prstGeom>
          <a:solidFill>
            <a:srgbClr val="BDBDBD"/>
          </a:solidFill>
          <a:ln>
            <a:noFill/>
          </a:ln>
        </p:spPr>
      </p:sp>
      <p:sp>
        <p:nvSpPr>
          <p:cNvPr id="248" name="rect"/>
          <p:cNvSpPr/>
          <p:nvPr/>
        </p:nvSpPr>
        <p:spPr>
          <a:xfrm>
            <a:off x="7280227" y="5903195"/>
            <a:ext cx="3398" cy="101927"/>
          </a:xfrm>
          <a:prstGeom prst="rect">
            <a:avLst/>
          </a:prstGeom>
          <a:solidFill>
            <a:srgbClr val="BDBDBD"/>
          </a:solidFill>
          <a:ln>
            <a:noFill/>
          </a:ln>
        </p:spPr>
      </p:sp>
      <p:sp>
        <p:nvSpPr>
          <p:cNvPr id="249" name="rect"/>
          <p:cNvSpPr/>
          <p:nvPr/>
        </p:nvSpPr>
        <p:spPr>
          <a:xfrm>
            <a:off x="7283625" y="5903195"/>
            <a:ext cx="3398" cy="101927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250" name="rect"/>
          <p:cNvSpPr/>
          <p:nvPr/>
        </p:nvSpPr>
        <p:spPr>
          <a:xfrm>
            <a:off x="7287022" y="5903195"/>
            <a:ext cx="3398" cy="101927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251" name="rect"/>
          <p:cNvSpPr/>
          <p:nvPr/>
        </p:nvSpPr>
        <p:spPr>
          <a:xfrm>
            <a:off x="7290420" y="5903195"/>
            <a:ext cx="3398" cy="101927"/>
          </a:xfrm>
          <a:prstGeom prst="rect">
            <a:avLst/>
          </a:prstGeom>
          <a:solidFill>
            <a:srgbClr val="BBBBBB"/>
          </a:solidFill>
          <a:ln>
            <a:noFill/>
          </a:ln>
        </p:spPr>
      </p:sp>
      <p:sp>
        <p:nvSpPr>
          <p:cNvPr id="252" name="rect"/>
          <p:cNvSpPr/>
          <p:nvPr/>
        </p:nvSpPr>
        <p:spPr>
          <a:xfrm>
            <a:off x="7293817" y="5903195"/>
            <a:ext cx="3398" cy="101927"/>
          </a:xfrm>
          <a:prstGeom prst="rect">
            <a:avLst/>
          </a:prstGeom>
          <a:solidFill>
            <a:srgbClr val="BBBBBB"/>
          </a:solidFill>
          <a:ln>
            <a:noFill/>
          </a:ln>
        </p:spPr>
      </p:sp>
      <p:sp>
        <p:nvSpPr>
          <p:cNvPr id="253" name="rect"/>
          <p:cNvSpPr/>
          <p:nvPr/>
        </p:nvSpPr>
        <p:spPr>
          <a:xfrm>
            <a:off x="7297215" y="5903195"/>
            <a:ext cx="3398" cy="101927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254" name="rect"/>
          <p:cNvSpPr/>
          <p:nvPr/>
        </p:nvSpPr>
        <p:spPr>
          <a:xfrm>
            <a:off x="7300612" y="5903195"/>
            <a:ext cx="3398" cy="101927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255" name="rect"/>
          <p:cNvSpPr/>
          <p:nvPr/>
        </p:nvSpPr>
        <p:spPr>
          <a:xfrm>
            <a:off x="7304010" y="5903195"/>
            <a:ext cx="3398" cy="101927"/>
          </a:xfrm>
          <a:prstGeom prst="rect">
            <a:avLst/>
          </a:prstGeom>
          <a:solidFill>
            <a:srgbClr val="B9B9B9"/>
          </a:solidFill>
          <a:ln>
            <a:noFill/>
          </a:ln>
        </p:spPr>
      </p:sp>
      <p:sp>
        <p:nvSpPr>
          <p:cNvPr id="256" name="rect"/>
          <p:cNvSpPr/>
          <p:nvPr/>
        </p:nvSpPr>
        <p:spPr>
          <a:xfrm>
            <a:off x="7307408" y="5903195"/>
            <a:ext cx="3398" cy="101927"/>
          </a:xfrm>
          <a:prstGeom prst="rect">
            <a:avLst/>
          </a:prstGeom>
          <a:solidFill>
            <a:srgbClr val="B8B8B8"/>
          </a:solidFill>
          <a:ln>
            <a:noFill/>
          </a:ln>
        </p:spPr>
      </p:sp>
      <p:sp>
        <p:nvSpPr>
          <p:cNvPr id="257" name="rect"/>
          <p:cNvSpPr/>
          <p:nvPr/>
        </p:nvSpPr>
        <p:spPr>
          <a:xfrm>
            <a:off x="7310805" y="5903195"/>
            <a:ext cx="3398" cy="101927"/>
          </a:xfrm>
          <a:prstGeom prst="rect">
            <a:avLst/>
          </a:prstGeom>
          <a:solidFill>
            <a:srgbClr val="B8B8B8"/>
          </a:solidFill>
          <a:ln>
            <a:noFill/>
          </a:ln>
        </p:spPr>
      </p:sp>
      <p:sp>
        <p:nvSpPr>
          <p:cNvPr id="258" name="rect"/>
          <p:cNvSpPr/>
          <p:nvPr/>
        </p:nvSpPr>
        <p:spPr>
          <a:xfrm>
            <a:off x="7314203" y="5903195"/>
            <a:ext cx="3398" cy="101927"/>
          </a:xfrm>
          <a:prstGeom prst="rect">
            <a:avLst/>
          </a:prstGeom>
          <a:solidFill>
            <a:srgbClr val="B7B7B7"/>
          </a:solidFill>
          <a:ln>
            <a:noFill/>
          </a:ln>
        </p:spPr>
      </p:sp>
      <p:sp>
        <p:nvSpPr>
          <p:cNvPr id="259" name="rect"/>
          <p:cNvSpPr/>
          <p:nvPr/>
        </p:nvSpPr>
        <p:spPr>
          <a:xfrm>
            <a:off x="7317600" y="5903195"/>
            <a:ext cx="3398" cy="101927"/>
          </a:xfrm>
          <a:prstGeom prst="rect">
            <a:avLst/>
          </a:prstGeom>
          <a:solidFill>
            <a:srgbClr val="B7B7B7"/>
          </a:solidFill>
          <a:ln>
            <a:noFill/>
          </a:ln>
        </p:spPr>
      </p:sp>
      <p:sp>
        <p:nvSpPr>
          <p:cNvPr id="260" name="rect"/>
          <p:cNvSpPr/>
          <p:nvPr/>
        </p:nvSpPr>
        <p:spPr>
          <a:xfrm>
            <a:off x="7320998" y="5903195"/>
            <a:ext cx="3398" cy="101927"/>
          </a:xfrm>
          <a:prstGeom prst="rect">
            <a:avLst/>
          </a:prstGeom>
          <a:solidFill>
            <a:srgbClr val="B6B6B6"/>
          </a:solidFill>
          <a:ln>
            <a:noFill/>
          </a:ln>
        </p:spPr>
      </p:sp>
      <p:sp>
        <p:nvSpPr>
          <p:cNvPr id="261" name="rect"/>
          <p:cNvSpPr/>
          <p:nvPr/>
        </p:nvSpPr>
        <p:spPr>
          <a:xfrm>
            <a:off x="7324395" y="5903195"/>
            <a:ext cx="3398" cy="101927"/>
          </a:xfrm>
          <a:prstGeom prst="rect">
            <a:avLst/>
          </a:prstGeom>
          <a:solidFill>
            <a:srgbClr val="B6B6B6"/>
          </a:solidFill>
          <a:ln>
            <a:noFill/>
          </a:ln>
        </p:spPr>
      </p:sp>
      <p:sp>
        <p:nvSpPr>
          <p:cNvPr id="262" name="rect"/>
          <p:cNvSpPr/>
          <p:nvPr/>
        </p:nvSpPr>
        <p:spPr>
          <a:xfrm>
            <a:off x="7327793" y="5903195"/>
            <a:ext cx="3398" cy="101927"/>
          </a:xfrm>
          <a:prstGeom prst="rect">
            <a:avLst/>
          </a:prstGeom>
          <a:solidFill>
            <a:srgbClr val="B5B5B5"/>
          </a:solidFill>
          <a:ln>
            <a:noFill/>
          </a:ln>
        </p:spPr>
      </p:sp>
      <p:sp>
        <p:nvSpPr>
          <p:cNvPr id="263" name="rect"/>
          <p:cNvSpPr/>
          <p:nvPr/>
        </p:nvSpPr>
        <p:spPr>
          <a:xfrm>
            <a:off x="7331191" y="5903195"/>
            <a:ext cx="3398" cy="101927"/>
          </a:xfrm>
          <a:prstGeom prst="rect">
            <a:avLst/>
          </a:prstGeom>
          <a:solidFill>
            <a:srgbClr val="B5B5B5"/>
          </a:solidFill>
          <a:ln>
            <a:noFill/>
          </a:ln>
        </p:spPr>
      </p:sp>
      <p:sp>
        <p:nvSpPr>
          <p:cNvPr id="264" name="rect"/>
          <p:cNvSpPr/>
          <p:nvPr/>
        </p:nvSpPr>
        <p:spPr>
          <a:xfrm>
            <a:off x="7334588" y="5903195"/>
            <a:ext cx="3398" cy="101927"/>
          </a:xfrm>
          <a:prstGeom prst="rect">
            <a:avLst/>
          </a:prstGeom>
          <a:solidFill>
            <a:srgbClr val="B4B4B4"/>
          </a:solidFill>
          <a:ln>
            <a:noFill/>
          </a:ln>
        </p:spPr>
      </p:sp>
      <p:sp>
        <p:nvSpPr>
          <p:cNvPr id="265" name="rect"/>
          <p:cNvSpPr/>
          <p:nvPr/>
        </p:nvSpPr>
        <p:spPr>
          <a:xfrm>
            <a:off x="7337986" y="5903195"/>
            <a:ext cx="3398" cy="101927"/>
          </a:xfrm>
          <a:prstGeom prst="rect">
            <a:avLst/>
          </a:prstGeom>
          <a:solidFill>
            <a:srgbClr val="B3B3B3"/>
          </a:solidFill>
          <a:ln>
            <a:noFill/>
          </a:ln>
        </p:spPr>
      </p:sp>
      <p:sp>
        <p:nvSpPr>
          <p:cNvPr id="266" name="rect"/>
          <p:cNvSpPr/>
          <p:nvPr/>
        </p:nvSpPr>
        <p:spPr>
          <a:xfrm>
            <a:off x="7341383" y="5903195"/>
            <a:ext cx="3398" cy="101927"/>
          </a:xfrm>
          <a:prstGeom prst="rect">
            <a:avLst/>
          </a:prstGeom>
          <a:solidFill>
            <a:srgbClr val="B3B3B3"/>
          </a:solidFill>
          <a:ln>
            <a:noFill/>
          </a:ln>
        </p:spPr>
      </p:sp>
      <p:sp>
        <p:nvSpPr>
          <p:cNvPr id="267" name="rect"/>
          <p:cNvSpPr/>
          <p:nvPr/>
        </p:nvSpPr>
        <p:spPr>
          <a:xfrm>
            <a:off x="7344781" y="5903195"/>
            <a:ext cx="3398" cy="101927"/>
          </a:xfrm>
          <a:prstGeom prst="rect">
            <a:avLst/>
          </a:prstGeom>
          <a:solidFill>
            <a:srgbClr val="B2B2B2"/>
          </a:solidFill>
          <a:ln>
            <a:noFill/>
          </a:ln>
        </p:spPr>
      </p:sp>
      <p:sp>
        <p:nvSpPr>
          <p:cNvPr id="268" name="rect"/>
          <p:cNvSpPr/>
          <p:nvPr/>
        </p:nvSpPr>
        <p:spPr>
          <a:xfrm>
            <a:off x="7348178" y="5903195"/>
            <a:ext cx="3398" cy="101927"/>
          </a:xfrm>
          <a:prstGeom prst="rect">
            <a:avLst/>
          </a:prstGeom>
          <a:solidFill>
            <a:srgbClr val="B2B2B2"/>
          </a:solidFill>
          <a:ln>
            <a:noFill/>
          </a:ln>
        </p:spPr>
      </p:sp>
      <p:sp>
        <p:nvSpPr>
          <p:cNvPr id="269" name="rect"/>
          <p:cNvSpPr/>
          <p:nvPr/>
        </p:nvSpPr>
        <p:spPr>
          <a:xfrm>
            <a:off x="7351576" y="5903195"/>
            <a:ext cx="3398" cy="101927"/>
          </a:xfrm>
          <a:prstGeom prst="rect">
            <a:avLst/>
          </a:prstGeom>
          <a:solidFill>
            <a:srgbClr val="B1B1B1"/>
          </a:solidFill>
          <a:ln>
            <a:noFill/>
          </a:ln>
        </p:spPr>
      </p:sp>
      <p:sp>
        <p:nvSpPr>
          <p:cNvPr id="270" name="rect"/>
          <p:cNvSpPr/>
          <p:nvPr/>
        </p:nvSpPr>
        <p:spPr>
          <a:xfrm>
            <a:off x="7354974" y="5903195"/>
            <a:ext cx="3398" cy="101927"/>
          </a:xfrm>
          <a:prstGeom prst="rect">
            <a:avLst/>
          </a:prstGeom>
          <a:solidFill>
            <a:srgbClr val="B1B1B1"/>
          </a:solidFill>
          <a:ln>
            <a:noFill/>
          </a:ln>
        </p:spPr>
      </p:sp>
      <p:sp>
        <p:nvSpPr>
          <p:cNvPr id="271" name="rect"/>
          <p:cNvSpPr/>
          <p:nvPr/>
        </p:nvSpPr>
        <p:spPr>
          <a:xfrm>
            <a:off x="7358371" y="5903195"/>
            <a:ext cx="3398" cy="101927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272" name="rect"/>
          <p:cNvSpPr/>
          <p:nvPr/>
        </p:nvSpPr>
        <p:spPr>
          <a:xfrm>
            <a:off x="7361769" y="5903195"/>
            <a:ext cx="3398" cy="101927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273" name="rect"/>
          <p:cNvSpPr/>
          <p:nvPr/>
        </p:nvSpPr>
        <p:spPr>
          <a:xfrm>
            <a:off x="7365166" y="5903195"/>
            <a:ext cx="3398" cy="101927"/>
          </a:xfrm>
          <a:prstGeom prst="rect">
            <a:avLst/>
          </a:prstGeom>
          <a:solidFill>
            <a:srgbClr val="AFAFAF"/>
          </a:solidFill>
          <a:ln>
            <a:noFill/>
          </a:ln>
        </p:spPr>
      </p:sp>
      <p:sp>
        <p:nvSpPr>
          <p:cNvPr id="274" name="rect"/>
          <p:cNvSpPr/>
          <p:nvPr/>
        </p:nvSpPr>
        <p:spPr>
          <a:xfrm>
            <a:off x="7368564" y="5903195"/>
            <a:ext cx="3398" cy="101927"/>
          </a:xfrm>
          <a:prstGeom prst="rect">
            <a:avLst/>
          </a:prstGeom>
          <a:solidFill>
            <a:srgbClr val="AEAEAE"/>
          </a:solidFill>
          <a:ln>
            <a:noFill/>
          </a:ln>
        </p:spPr>
      </p:sp>
      <p:sp>
        <p:nvSpPr>
          <p:cNvPr id="275" name="rect"/>
          <p:cNvSpPr/>
          <p:nvPr/>
        </p:nvSpPr>
        <p:spPr>
          <a:xfrm>
            <a:off x="7371961" y="5903195"/>
            <a:ext cx="3398" cy="101927"/>
          </a:xfrm>
          <a:prstGeom prst="rect">
            <a:avLst/>
          </a:prstGeom>
          <a:solidFill>
            <a:srgbClr val="AEAEAE"/>
          </a:solidFill>
          <a:ln>
            <a:noFill/>
          </a:ln>
        </p:spPr>
      </p:sp>
      <p:sp>
        <p:nvSpPr>
          <p:cNvPr id="276" name="rect"/>
          <p:cNvSpPr/>
          <p:nvPr/>
        </p:nvSpPr>
        <p:spPr>
          <a:xfrm>
            <a:off x="7375359" y="5903195"/>
            <a:ext cx="3398" cy="101927"/>
          </a:xfrm>
          <a:prstGeom prst="rect">
            <a:avLst/>
          </a:prstGeom>
          <a:solidFill>
            <a:srgbClr val="ADADAD"/>
          </a:solidFill>
          <a:ln>
            <a:noFill/>
          </a:ln>
        </p:spPr>
      </p:sp>
      <p:sp>
        <p:nvSpPr>
          <p:cNvPr id="277" name="rect"/>
          <p:cNvSpPr/>
          <p:nvPr/>
        </p:nvSpPr>
        <p:spPr>
          <a:xfrm>
            <a:off x="7378757" y="5903195"/>
            <a:ext cx="3398" cy="101927"/>
          </a:xfrm>
          <a:prstGeom prst="rect">
            <a:avLst/>
          </a:prstGeom>
          <a:solidFill>
            <a:srgbClr val="ADADAD"/>
          </a:solidFill>
          <a:ln>
            <a:noFill/>
          </a:ln>
        </p:spPr>
      </p:sp>
      <p:sp>
        <p:nvSpPr>
          <p:cNvPr id="278" name="rect"/>
          <p:cNvSpPr/>
          <p:nvPr/>
        </p:nvSpPr>
        <p:spPr>
          <a:xfrm>
            <a:off x="7382154" y="5903195"/>
            <a:ext cx="3398" cy="101927"/>
          </a:xfrm>
          <a:prstGeom prst="rect">
            <a:avLst/>
          </a:prstGeom>
          <a:solidFill>
            <a:srgbClr val="ACACAC"/>
          </a:solidFill>
          <a:ln>
            <a:noFill/>
          </a:ln>
        </p:spPr>
      </p:sp>
      <p:sp>
        <p:nvSpPr>
          <p:cNvPr id="279" name="rect"/>
          <p:cNvSpPr/>
          <p:nvPr/>
        </p:nvSpPr>
        <p:spPr>
          <a:xfrm>
            <a:off x="7385552" y="5903195"/>
            <a:ext cx="3398" cy="101927"/>
          </a:xfrm>
          <a:prstGeom prst="rect">
            <a:avLst/>
          </a:prstGeom>
          <a:solidFill>
            <a:srgbClr val="ACACAC"/>
          </a:solidFill>
          <a:ln>
            <a:noFill/>
          </a:ln>
        </p:spPr>
      </p:sp>
      <p:sp>
        <p:nvSpPr>
          <p:cNvPr id="280" name="rect"/>
          <p:cNvSpPr/>
          <p:nvPr/>
        </p:nvSpPr>
        <p:spPr>
          <a:xfrm>
            <a:off x="7388949" y="5903195"/>
            <a:ext cx="3398" cy="101927"/>
          </a:xfrm>
          <a:prstGeom prst="rect">
            <a:avLst/>
          </a:prstGeom>
          <a:solidFill>
            <a:srgbClr val="ABABAB"/>
          </a:solidFill>
          <a:ln>
            <a:noFill/>
          </a:ln>
        </p:spPr>
      </p:sp>
      <p:sp>
        <p:nvSpPr>
          <p:cNvPr id="281" name="rect"/>
          <p:cNvSpPr/>
          <p:nvPr/>
        </p:nvSpPr>
        <p:spPr>
          <a:xfrm>
            <a:off x="7392347" y="5903195"/>
            <a:ext cx="3398" cy="101927"/>
          </a:xfrm>
          <a:prstGeom prst="rect">
            <a:avLst/>
          </a:prstGeom>
          <a:solidFill>
            <a:srgbClr val="ABABAB"/>
          </a:solidFill>
          <a:ln>
            <a:noFill/>
          </a:ln>
        </p:spPr>
      </p:sp>
      <p:sp>
        <p:nvSpPr>
          <p:cNvPr id="282" name="rect"/>
          <p:cNvSpPr/>
          <p:nvPr/>
        </p:nvSpPr>
        <p:spPr>
          <a:xfrm>
            <a:off x="7395744" y="5903195"/>
            <a:ext cx="3398" cy="101927"/>
          </a:xfrm>
          <a:prstGeom prst="rect">
            <a:avLst/>
          </a:prstGeom>
          <a:solidFill>
            <a:srgbClr val="AAAAAA"/>
          </a:solidFill>
          <a:ln>
            <a:noFill/>
          </a:ln>
        </p:spPr>
      </p:sp>
      <p:sp>
        <p:nvSpPr>
          <p:cNvPr id="283" name="rect"/>
          <p:cNvSpPr/>
          <p:nvPr/>
        </p:nvSpPr>
        <p:spPr>
          <a:xfrm>
            <a:off x="7399142" y="5903195"/>
            <a:ext cx="3398" cy="101927"/>
          </a:xfrm>
          <a:prstGeom prst="rect">
            <a:avLst/>
          </a:prstGeom>
          <a:solidFill>
            <a:srgbClr val="A9A9A9"/>
          </a:solidFill>
          <a:ln>
            <a:noFill/>
          </a:ln>
        </p:spPr>
      </p:sp>
      <p:sp>
        <p:nvSpPr>
          <p:cNvPr id="284" name="rect"/>
          <p:cNvSpPr/>
          <p:nvPr/>
        </p:nvSpPr>
        <p:spPr>
          <a:xfrm>
            <a:off x="7402539" y="5903195"/>
            <a:ext cx="3398" cy="101927"/>
          </a:xfrm>
          <a:prstGeom prst="rect">
            <a:avLst/>
          </a:prstGeom>
          <a:solidFill>
            <a:srgbClr val="A9A9A9"/>
          </a:solidFill>
          <a:ln>
            <a:noFill/>
          </a:ln>
        </p:spPr>
      </p:sp>
      <p:sp>
        <p:nvSpPr>
          <p:cNvPr id="285" name="rect"/>
          <p:cNvSpPr/>
          <p:nvPr/>
        </p:nvSpPr>
        <p:spPr>
          <a:xfrm>
            <a:off x="7405937" y="5903195"/>
            <a:ext cx="3398" cy="101927"/>
          </a:xfrm>
          <a:prstGeom prst="rect">
            <a:avLst/>
          </a:prstGeom>
          <a:solidFill>
            <a:srgbClr val="A8A8A8"/>
          </a:solidFill>
          <a:ln>
            <a:noFill/>
          </a:ln>
        </p:spPr>
      </p:sp>
      <p:sp>
        <p:nvSpPr>
          <p:cNvPr id="286" name="rect"/>
          <p:cNvSpPr/>
          <p:nvPr/>
        </p:nvSpPr>
        <p:spPr>
          <a:xfrm>
            <a:off x="7409335" y="5903195"/>
            <a:ext cx="3398" cy="101927"/>
          </a:xfrm>
          <a:prstGeom prst="rect">
            <a:avLst/>
          </a:prstGeom>
          <a:solidFill>
            <a:srgbClr val="A8A8A8"/>
          </a:solidFill>
          <a:ln>
            <a:noFill/>
          </a:ln>
        </p:spPr>
      </p:sp>
      <p:sp>
        <p:nvSpPr>
          <p:cNvPr id="287" name="rect"/>
          <p:cNvSpPr/>
          <p:nvPr/>
        </p:nvSpPr>
        <p:spPr>
          <a:xfrm>
            <a:off x="7412732" y="5903195"/>
            <a:ext cx="3398" cy="101927"/>
          </a:xfrm>
          <a:prstGeom prst="rect">
            <a:avLst/>
          </a:prstGeom>
          <a:solidFill>
            <a:srgbClr val="A7A7A7"/>
          </a:solidFill>
          <a:ln>
            <a:noFill/>
          </a:ln>
        </p:spPr>
      </p:sp>
      <p:sp>
        <p:nvSpPr>
          <p:cNvPr id="288" name="rect"/>
          <p:cNvSpPr/>
          <p:nvPr/>
        </p:nvSpPr>
        <p:spPr>
          <a:xfrm>
            <a:off x="7416130" y="5903195"/>
            <a:ext cx="3398" cy="101927"/>
          </a:xfrm>
          <a:prstGeom prst="rect">
            <a:avLst/>
          </a:prstGeom>
          <a:solidFill>
            <a:srgbClr val="A7A7A7"/>
          </a:solidFill>
          <a:ln>
            <a:noFill/>
          </a:ln>
        </p:spPr>
      </p:sp>
      <p:sp>
        <p:nvSpPr>
          <p:cNvPr id="289" name="rect"/>
          <p:cNvSpPr/>
          <p:nvPr/>
        </p:nvSpPr>
        <p:spPr>
          <a:xfrm>
            <a:off x="7419527" y="5903195"/>
            <a:ext cx="3398" cy="101927"/>
          </a:xfrm>
          <a:prstGeom prst="rect">
            <a:avLst/>
          </a:prstGeom>
          <a:solidFill>
            <a:srgbClr val="A6A6A6"/>
          </a:solidFill>
          <a:ln>
            <a:noFill/>
          </a:ln>
        </p:spPr>
      </p:sp>
      <p:sp>
        <p:nvSpPr>
          <p:cNvPr id="290" name="rect"/>
          <p:cNvSpPr/>
          <p:nvPr/>
        </p:nvSpPr>
        <p:spPr>
          <a:xfrm>
            <a:off x="7422925" y="5903195"/>
            <a:ext cx="3398" cy="101927"/>
          </a:xfrm>
          <a:prstGeom prst="rect">
            <a:avLst/>
          </a:prstGeom>
          <a:solidFill>
            <a:srgbClr val="A6A6A6"/>
          </a:solidFill>
          <a:ln>
            <a:noFill/>
          </a:ln>
        </p:spPr>
      </p:sp>
      <p:sp>
        <p:nvSpPr>
          <p:cNvPr id="291" name="rect"/>
          <p:cNvSpPr/>
          <p:nvPr/>
        </p:nvSpPr>
        <p:spPr>
          <a:xfrm>
            <a:off x="7426322" y="5903195"/>
            <a:ext cx="3398" cy="101927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292" name="rect"/>
          <p:cNvSpPr/>
          <p:nvPr/>
        </p:nvSpPr>
        <p:spPr>
          <a:xfrm>
            <a:off x="7429720" y="5903195"/>
            <a:ext cx="3398" cy="101927"/>
          </a:xfrm>
          <a:prstGeom prst="rect">
            <a:avLst/>
          </a:prstGeom>
          <a:solidFill>
            <a:srgbClr val="A4A4A4"/>
          </a:solidFill>
          <a:ln>
            <a:noFill/>
          </a:ln>
        </p:spPr>
      </p:sp>
      <p:sp>
        <p:nvSpPr>
          <p:cNvPr id="293" name="rect"/>
          <p:cNvSpPr/>
          <p:nvPr/>
        </p:nvSpPr>
        <p:spPr>
          <a:xfrm>
            <a:off x="7433118" y="5903195"/>
            <a:ext cx="3398" cy="101927"/>
          </a:xfrm>
          <a:prstGeom prst="rect">
            <a:avLst/>
          </a:prstGeom>
          <a:solidFill>
            <a:srgbClr val="A4A4A4"/>
          </a:solidFill>
          <a:ln>
            <a:noFill/>
          </a:ln>
        </p:spPr>
      </p:sp>
      <p:sp>
        <p:nvSpPr>
          <p:cNvPr id="294" name="rect"/>
          <p:cNvSpPr/>
          <p:nvPr/>
        </p:nvSpPr>
        <p:spPr>
          <a:xfrm>
            <a:off x="7436515" y="5903195"/>
            <a:ext cx="3398" cy="101927"/>
          </a:xfrm>
          <a:prstGeom prst="rect">
            <a:avLst/>
          </a:prstGeom>
          <a:solidFill>
            <a:srgbClr val="A3A3A3"/>
          </a:solidFill>
          <a:ln>
            <a:noFill/>
          </a:ln>
        </p:spPr>
      </p:sp>
      <p:sp>
        <p:nvSpPr>
          <p:cNvPr id="295" name="rect"/>
          <p:cNvSpPr/>
          <p:nvPr/>
        </p:nvSpPr>
        <p:spPr>
          <a:xfrm>
            <a:off x="7439913" y="5903195"/>
            <a:ext cx="3398" cy="101927"/>
          </a:xfrm>
          <a:prstGeom prst="rect">
            <a:avLst/>
          </a:prstGeom>
          <a:solidFill>
            <a:srgbClr val="A3A3A3"/>
          </a:solidFill>
          <a:ln>
            <a:noFill/>
          </a:ln>
        </p:spPr>
      </p:sp>
      <p:sp>
        <p:nvSpPr>
          <p:cNvPr id="296" name="rect"/>
          <p:cNvSpPr/>
          <p:nvPr/>
        </p:nvSpPr>
        <p:spPr>
          <a:xfrm>
            <a:off x="7443310" y="5903195"/>
            <a:ext cx="3398" cy="101927"/>
          </a:xfrm>
          <a:prstGeom prst="rect">
            <a:avLst/>
          </a:prstGeom>
          <a:solidFill>
            <a:srgbClr val="A2A2A2"/>
          </a:solidFill>
          <a:ln>
            <a:noFill/>
          </a:ln>
        </p:spPr>
      </p:sp>
      <p:sp>
        <p:nvSpPr>
          <p:cNvPr id="297" name="rect"/>
          <p:cNvSpPr/>
          <p:nvPr/>
        </p:nvSpPr>
        <p:spPr>
          <a:xfrm>
            <a:off x="7446708" y="5903195"/>
            <a:ext cx="3398" cy="101927"/>
          </a:xfrm>
          <a:prstGeom prst="rect">
            <a:avLst/>
          </a:prstGeom>
          <a:solidFill>
            <a:srgbClr val="A2A2A2"/>
          </a:solidFill>
          <a:ln>
            <a:noFill/>
          </a:ln>
        </p:spPr>
      </p:sp>
      <p:sp>
        <p:nvSpPr>
          <p:cNvPr id="298" name="rect"/>
          <p:cNvSpPr/>
          <p:nvPr/>
        </p:nvSpPr>
        <p:spPr>
          <a:xfrm>
            <a:off x="7450105" y="5903195"/>
            <a:ext cx="3398" cy="101927"/>
          </a:xfrm>
          <a:prstGeom prst="rect">
            <a:avLst/>
          </a:prstGeom>
          <a:solidFill>
            <a:srgbClr val="A1A1A1"/>
          </a:solidFill>
          <a:ln>
            <a:noFill/>
          </a:ln>
        </p:spPr>
      </p:sp>
      <p:sp>
        <p:nvSpPr>
          <p:cNvPr id="299" name="rect"/>
          <p:cNvSpPr/>
          <p:nvPr/>
        </p:nvSpPr>
        <p:spPr>
          <a:xfrm>
            <a:off x="7453503" y="5903195"/>
            <a:ext cx="3398" cy="101927"/>
          </a:xfrm>
          <a:prstGeom prst="rect">
            <a:avLst/>
          </a:prstGeom>
          <a:solidFill>
            <a:srgbClr val="A1A1A1"/>
          </a:solidFill>
          <a:ln>
            <a:noFill/>
          </a:ln>
        </p:spPr>
      </p:sp>
      <p:sp>
        <p:nvSpPr>
          <p:cNvPr id="300" name="rect"/>
          <p:cNvSpPr/>
          <p:nvPr/>
        </p:nvSpPr>
        <p:spPr>
          <a:xfrm>
            <a:off x="7456901" y="5903195"/>
            <a:ext cx="3398" cy="101927"/>
          </a:xfrm>
          <a:prstGeom prst="rect">
            <a:avLst/>
          </a:prstGeom>
          <a:solidFill>
            <a:srgbClr val="A0A0A0"/>
          </a:solidFill>
          <a:ln>
            <a:noFill/>
          </a:ln>
        </p:spPr>
      </p:sp>
      <p:sp>
        <p:nvSpPr>
          <p:cNvPr id="301" name="rect"/>
          <p:cNvSpPr/>
          <p:nvPr/>
        </p:nvSpPr>
        <p:spPr>
          <a:xfrm>
            <a:off x="7460298" y="5903195"/>
            <a:ext cx="3398" cy="101927"/>
          </a:xfrm>
          <a:prstGeom prst="rect">
            <a:avLst/>
          </a:prstGeom>
          <a:solidFill>
            <a:srgbClr val="9F9F9F"/>
          </a:solidFill>
          <a:ln>
            <a:noFill/>
          </a:ln>
        </p:spPr>
      </p:sp>
      <p:sp>
        <p:nvSpPr>
          <p:cNvPr id="302" name="rect"/>
          <p:cNvSpPr/>
          <p:nvPr/>
        </p:nvSpPr>
        <p:spPr>
          <a:xfrm>
            <a:off x="7463696" y="5903195"/>
            <a:ext cx="3398" cy="101927"/>
          </a:xfrm>
          <a:prstGeom prst="rect">
            <a:avLst/>
          </a:prstGeom>
          <a:solidFill>
            <a:srgbClr val="9F9F9F"/>
          </a:solidFill>
          <a:ln>
            <a:noFill/>
          </a:ln>
        </p:spPr>
      </p:sp>
      <p:sp>
        <p:nvSpPr>
          <p:cNvPr id="303" name="rect"/>
          <p:cNvSpPr/>
          <p:nvPr/>
        </p:nvSpPr>
        <p:spPr>
          <a:xfrm>
            <a:off x="7467093" y="5903195"/>
            <a:ext cx="3398" cy="101927"/>
          </a:xfrm>
          <a:prstGeom prst="rect">
            <a:avLst/>
          </a:prstGeom>
          <a:solidFill>
            <a:srgbClr val="9E9E9E"/>
          </a:solidFill>
          <a:ln>
            <a:noFill/>
          </a:ln>
        </p:spPr>
      </p:sp>
      <p:sp>
        <p:nvSpPr>
          <p:cNvPr id="304" name="rect"/>
          <p:cNvSpPr/>
          <p:nvPr/>
        </p:nvSpPr>
        <p:spPr>
          <a:xfrm>
            <a:off x="7470491" y="5903195"/>
            <a:ext cx="3398" cy="101927"/>
          </a:xfrm>
          <a:prstGeom prst="rect">
            <a:avLst/>
          </a:prstGeom>
          <a:solidFill>
            <a:srgbClr val="9E9E9E"/>
          </a:solidFill>
          <a:ln>
            <a:noFill/>
          </a:ln>
        </p:spPr>
      </p:sp>
      <p:sp>
        <p:nvSpPr>
          <p:cNvPr id="305" name="rect"/>
          <p:cNvSpPr/>
          <p:nvPr/>
        </p:nvSpPr>
        <p:spPr>
          <a:xfrm>
            <a:off x="7473888" y="5903195"/>
            <a:ext cx="3398" cy="101927"/>
          </a:xfrm>
          <a:prstGeom prst="rect">
            <a:avLst/>
          </a:prstGeom>
          <a:solidFill>
            <a:srgbClr val="9D9D9D"/>
          </a:solidFill>
          <a:ln>
            <a:noFill/>
          </a:ln>
        </p:spPr>
      </p:sp>
      <p:sp>
        <p:nvSpPr>
          <p:cNvPr id="306" name="rect"/>
          <p:cNvSpPr/>
          <p:nvPr/>
        </p:nvSpPr>
        <p:spPr>
          <a:xfrm>
            <a:off x="7477286" y="5903195"/>
            <a:ext cx="3398" cy="101927"/>
          </a:xfrm>
          <a:prstGeom prst="rect">
            <a:avLst/>
          </a:prstGeom>
          <a:solidFill>
            <a:srgbClr val="9D9D9D"/>
          </a:solidFill>
          <a:ln>
            <a:noFill/>
          </a:ln>
        </p:spPr>
      </p:sp>
      <p:sp>
        <p:nvSpPr>
          <p:cNvPr id="307" name="rect"/>
          <p:cNvSpPr/>
          <p:nvPr/>
        </p:nvSpPr>
        <p:spPr>
          <a:xfrm>
            <a:off x="7480684" y="5903195"/>
            <a:ext cx="3398" cy="101927"/>
          </a:xfrm>
          <a:prstGeom prst="rect">
            <a:avLst/>
          </a:prstGeom>
          <a:solidFill>
            <a:srgbClr val="9C9C9C"/>
          </a:solidFill>
          <a:ln>
            <a:noFill/>
          </a:ln>
        </p:spPr>
      </p:sp>
      <p:sp>
        <p:nvSpPr>
          <p:cNvPr id="308" name="rect"/>
          <p:cNvSpPr/>
          <p:nvPr/>
        </p:nvSpPr>
        <p:spPr>
          <a:xfrm>
            <a:off x="7484081" y="5903195"/>
            <a:ext cx="3398" cy="101927"/>
          </a:xfrm>
          <a:prstGeom prst="rect">
            <a:avLst/>
          </a:prstGeom>
          <a:solidFill>
            <a:srgbClr val="9C9C9C"/>
          </a:solidFill>
          <a:ln>
            <a:noFill/>
          </a:ln>
        </p:spPr>
      </p:sp>
      <p:sp>
        <p:nvSpPr>
          <p:cNvPr id="309" name="rect"/>
          <p:cNvSpPr/>
          <p:nvPr/>
        </p:nvSpPr>
        <p:spPr>
          <a:xfrm>
            <a:off x="7487479" y="5903195"/>
            <a:ext cx="3398" cy="101927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10" name="rect"/>
          <p:cNvSpPr/>
          <p:nvPr/>
        </p:nvSpPr>
        <p:spPr>
          <a:xfrm>
            <a:off x="7490876" y="5903195"/>
            <a:ext cx="3398" cy="101927"/>
          </a:xfrm>
          <a:prstGeom prst="rect">
            <a:avLst/>
          </a:prstGeom>
          <a:solidFill>
            <a:srgbClr val="9A9A9A"/>
          </a:solidFill>
          <a:ln>
            <a:noFill/>
          </a:ln>
        </p:spPr>
      </p:sp>
      <p:sp>
        <p:nvSpPr>
          <p:cNvPr id="311" name="rect"/>
          <p:cNvSpPr/>
          <p:nvPr/>
        </p:nvSpPr>
        <p:spPr>
          <a:xfrm>
            <a:off x="7494274" y="5903195"/>
            <a:ext cx="3398" cy="101927"/>
          </a:xfrm>
          <a:prstGeom prst="rect">
            <a:avLst/>
          </a:prstGeom>
          <a:solidFill>
            <a:srgbClr val="9A9A9A"/>
          </a:solidFill>
          <a:ln>
            <a:noFill/>
          </a:ln>
        </p:spPr>
      </p:sp>
      <p:sp>
        <p:nvSpPr>
          <p:cNvPr id="312" name="rect"/>
          <p:cNvSpPr/>
          <p:nvPr/>
        </p:nvSpPr>
        <p:spPr>
          <a:xfrm>
            <a:off x="7497671" y="5903195"/>
            <a:ext cx="3398" cy="101927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313" name="rect"/>
          <p:cNvSpPr/>
          <p:nvPr/>
        </p:nvSpPr>
        <p:spPr>
          <a:xfrm>
            <a:off x="7501069" y="5903195"/>
            <a:ext cx="3398" cy="101927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314" name="rect"/>
          <p:cNvSpPr/>
          <p:nvPr/>
        </p:nvSpPr>
        <p:spPr>
          <a:xfrm>
            <a:off x="7504467" y="5903195"/>
            <a:ext cx="3398" cy="101927"/>
          </a:xfrm>
          <a:prstGeom prst="rect">
            <a:avLst/>
          </a:prstGeom>
          <a:solidFill>
            <a:srgbClr val="989898"/>
          </a:solidFill>
          <a:ln>
            <a:noFill/>
          </a:ln>
        </p:spPr>
      </p:sp>
      <p:sp>
        <p:nvSpPr>
          <p:cNvPr id="315" name="rect"/>
          <p:cNvSpPr/>
          <p:nvPr/>
        </p:nvSpPr>
        <p:spPr>
          <a:xfrm>
            <a:off x="7507864" y="5903195"/>
            <a:ext cx="3398" cy="101927"/>
          </a:xfrm>
          <a:prstGeom prst="rect">
            <a:avLst/>
          </a:prstGeom>
          <a:solidFill>
            <a:srgbClr val="989898"/>
          </a:solidFill>
          <a:ln>
            <a:noFill/>
          </a:ln>
        </p:spPr>
      </p:sp>
      <p:sp>
        <p:nvSpPr>
          <p:cNvPr id="316" name="rect"/>
          <p:cNvSpPr/>
          <p:nvPr/>
        </p:nvSpPr>
        <p:spPr>
          <a:xfrm>
            <a:off x="7511262" y="5903195"/>
            <a:ext cx="3398" cy="101927"/>
          </a:xfrm>
          <a:prstGeom prst="rect">
            <a:avLst/>
          </a:prstGeom>
          <a:solidFill>
            <a:srgbClr val="979797"/>
          </a:solidFill>
          <a:ln>
            <a:noFill/>
          </a:ln>
        </p:spPr>
      </p:sp>
      <p:sp>
        <p:nvSpPr>
          <p:cNvPr id="317" name="rect"/>
          <p:cNvSpPr/>
          <p:nvPr/>
        </p:nvSpPr>
        <p:spPr>
          <a:xfrm>
            <a:off x="7514659" y="5903195"/>
            <a:ext cx="3398" cy="101927"/>
          </a:xfrm>
          <a:prstGeom prst="rect">
            <a:avLst/>
          </a:prstGeom>
          <a:solidFill>
            <a:srgbClr val="979797"/>
          </a:solidFill>
          <a:ln>
            <a:noFill/>
          </a:ln>
        </p:spPr>
      </p:sp>
      <p:sp>
        <p:nvSpPr>
          <p:cNvPr id="318" name="rect"/>
          <p:cNvSpPr/>
          <p:nvPr/>
        </p:nvSpPr>
        <p:spPr>
          <a:xfrm>
            <a:off x="7518057" y="5903195"/>
            <a:ext cx="3398" cy="101927"/>
          </a:xfrm>
          <a:prstGeom prst="rect">
            <a:avLst/>
          </a:prstGeom>
          <a:solidFill>
            <a:srgbClr val="969696"/>
          </a:solidFill>
          <a:ln>
            <a:noFill/>
          </a:ln>
        </p:spPr>
      </p:sp>
      <p:sp>
        <p:nvSpPr>
          <p:cNvPr id="319" name="rect"/>
          <p:cNvSpPr/>
          <p:nvPr/>
        </p:nvSpPr>
        <p:spPr>
          <a:xfrm>
            <a:off x="7521454" y="5903195"/>
            <a:ext cx="3398" cy="101927"/>
          </a:xfrm>
          <a:prstGeom prst="rect">
            <a:avLst/>
          </a:prstGeom>
          <a:solidFill>
            <a:srgbClr val="959595"/>
          </a:solidFill>
          <a:ln>
            <a:noFill/>
          </a:ln>
        </p:spPr>
      </p:sp>
      <p:sp>
        <p:nvSpPr>
          <p:cNvPr id="320" name="rect"/>
          <p:cNvSpPr/>
          <p:nvPr/>
        </p:nvSpPr>
        <p:spPr>
          <a:xfrm>
            <a:off x="7524852" y="5903195"/>
            <a:ext cx="3398" cy="101927"/>
          </a:xfrm>
          <a:prstGeom prst="rect">
            <a:avLst/>
          </a:prstGeom>
          <a:solidFill>
            <a:srgbClr val="959595"/>
          </a:solidFill>
          <a:ln>
            <a:noFill/>
          </a:ln>
        </p:spPr>
      </p:sp>
      <p:sp>
        <p:nvSpPr>
          <p:cNvPr id="321" name="rect"/>
          <p:cNvSpPr/>
          <p:nvPr/>
        </p:nvSpPr>
        <p:spPr>
          <a:xfrm>
            <a:off x="7528249" y="5903195"/>
            <a:ext cx="3398" cy="101927"/>
          </a:xfrm>
          <a:prstGeom prst="rect">
            <a:avLst/>
          </a:prstGeom>
          <a:solidFill>
            <a:srgbClr val="949494"/>
          </a:solidFill>
          <a:ln>
            <a:noFill/>
          </a:ln>
        </p:spPr>
      </p:sp>
      <p:sp>
        <p:nvSpPr>
          <p:cNvPr id="322" name="rect"/>
          <p:cNvSpPr/>
          <p:nvPr/>
        </p:nvSpPr>
        <p:spPr>
          <a:xfrm>
            <a:off x="7531647" y="5903195"/>
            <a:ext cx="3398" cy="101927"/>
          </a:xfrm>
          <a:prstGeom prst="rect">
            <a:avLst/>
          </a:prstGeom>
          <a:solidFill>
            <a:srgbClr val="949494"/>
          </a:solidFill>
          <a:ln>
            <a:noFill/>
          </a:ln>
        </p:spPr>
      </p:sp>
      <p:sp>
        <p:nvSpPr>
          <p:cNvPr id="323" name="rect"/>
          <p:cNvSpPr/>
          <p:nvPr/>
        </p:nvSpPr>
        <p:spPr>
          <a:xfrm>
            <a:off x="7535045" y="5903195"/>
            <a:ext cx="3398" cy="101927"/>
          </a:xfrm>
          <a:prstGeom prst="rect">
            <a:avLst/>
          </a:prstGeom>
          <a:solidFill>
            <a:srgbClr val="939393"/>
          </a:solidFill>
          <a:ln>
            <a:noFill/>
          </a:ln>
        </p:spPr>
      </p:sp>
      <p:sp>
        <p:nvSpPr>
          <p:cNvPr id="324" name="rect"/>
          <p:cNvSpPr/>
          <p:nvPr/>
        </p:nvSpPr>
        <p:spPr>
          <a:xfrm>
            <a:off x="7538442" y="5903195"/>
            <a:ext cx="3398" cy="101927"/>
          </a:xfrm>
          <a:prstGeom prst="rect">
            <a:avLst/>
          </a:prstGeom>
          <a:solidFill>
            <a:srgbClr val="939393"/>
          </a:solidFill>
          <a:ln>
            <a:noFill/>
          </a:ln>
        </p:spPr>
      </p:sp>
      <p:sp>
        <p:nvSpPr>
          <p:cNvPr id="325" name="rect"/>
          <p:cNvSpPr/>
          <p:nvPr/>
        </p:nvSpPr>
        <p:spPr>
          <a:xfrm>
            <a:off x="7541840" y="5903195"/>
            <a:ext cx="3398" cy="101927"/>
          </a:xfrm>
          <a:prstGeom prst="rect">
            <a:avLst/>
          </a:prstGeom>
          <a:solidFill>
            <a:srgbClr val="929292"/>
          </a:solidFill>
          <a:ln>
            <a:noFill/>
          </a:ln>
        </p:spPr>
      </p:sp>
      <p:sp>
        <p:nvSpPr>
          <p:cNvPr id="326" name="rect"/>
          <p:cNvSpPr/>
          <p:nvPr/>
        </p:nvSpPr>
        <p:spPr>
          <a:xfrm>
            <a:off x="7545237" y="5903195"/>
            <a:ext cx="3398" cy="101927"/>
          </a:xfrm>
          <a:prstGeom prst="rect">
            <a:avLst/>
          </a:prstGeom>
          <a:solidFill>
            <a:srgbClr val="929292"/>
          </a:solidFill>
          <a:ln>
            <a:noFill/>
          </a:ln>
        </p:spPr>
      </p:sp>
      <p:sp>
        <p:nvSpPr>
          <p:cNvPr id="327" name="rect"/>
          <p:cNvSpPr/>
          <p:nvPr/>
        </p:nvSpPr>
        <p:spPr>
          <a:xfrm>
            <a:off x="7548635" y="5903195"/>
            <a:ext cx="3398" cy="101927"/>
          </a:xfrm>
          <a:prstGeom prst="rect">
            <a:avLst/>
          </a:prstGeom>
          <a:solidFill>
            <a:srgbClr val="919191"/>
          </a:solidFill>
          <a:ln>
            <a:noFill/>
          </a:ln>
        </p:spPr>
      </p:sp>
      <p:sp>
        <p:nvSpPr>
          <p:cNvPr id="328" name="rect"/>
          <p:cNvSpPr/>
          <p:nvPr/>
        </p:nvSpPr>
        <p:spPr>
          <a:xfrm>
            <a:off x="7552032" y="5903195"/>
            <a:ext cx="3398" cy="101927"/>
          </a:xfrm>
          <a:prstGeom prst="rect">
            <a:avLst/>
          </a:prstGeom>
          <a:solidFill>
            <a:srgbClr val="909090"/>
          </a:solidFill>
          <a:ln>
            <a:noFill/>
          </a:ln>
        </p:spPr>
      </p:sp>
      <p:sp>
        <p:nvSpPr>
          <p:cNvPr id="329" name="rect"/>
          <p:cNvSpPr/>
          <p:nvPr/>
        </p:nvSpPr>
        <p:spPr>
          <a:xfrm>
            <a:off x="7555430" y="5903195"/>
            <a:ext cx="3398" cy="101927"/>
          </a:xfrm>
          <a:prstGeom prst="rect">
            <a:avLst/>
          </a:prstGeom>
          <a:solidFill>
            <a:srgbClr val="909090"/>
          </a:solidFill>
          <a:ln>
            <a:noFill/>
          </a:ln>
        </p:spPr>
      </p:sp>
      <p:sp>
        <p:nvSpPr>
          <p:cNvPr id="330" name="rect"/>
          <p:cNvSpPr/>
          <p:nvPr/>
        </p:nvSpPr>
        <p:spPr>
          <a:xfrm>
            <a:off x="7558828" y="5903195"/>
            <a:ext cx="3398" cy="101927"/>
          </a:xfrm>
          <a:prstGeom prst="rect">
            <a:avLst/>
          </a:prstGeom>
          <a:solidFill>
            <a:srgbClr val="8F8F8F"/>
          </a:solidFill>
          <a:ln>
            <a:noFill/>
          </a:ln>
        </p:spPr>
      </p:sp>
      <p:sp>
        <p:nvSpPr>
          <p:cNvPr id="331" name="rect"/>
          <p:cNvSpPr/>
          <p:nvPr/>
        </p:nvSpPr>
        <p:spPr>
          <a:xfrm>
            <a:off x="7562225" y="5903195"/>
            <a:ext cx="3398" cy="101927"/>
          </a:xfrm>
          <a:prstGeom prst="rect">
            <a:avLst/>
          </a:prstGeom>
          <a:solidFill>
            <a:srgbClr val="8F8F8F"/>
          </a:solidFill>
          <a:ln>
            <a:noFill/>
          </a:ln>
        </p:spPr>
      </p:sp>
      <p:sp>
        <p:nvSpPr>
          <p:cNvPr id="332" name="rect"/>
          <p:cNvSpPr/>
          <p:nvPr/>
        </p:nvSpPr>
        <p:spPr>
          <a:xfrm>
            <a:off x="7565623" y="5903195"/>
            <a:ext cx="3398" cy="101927"/>
          </a:xfrm>
          <a:prstGeom prst="rect">
            <a:avLst/>
          </a:prstGeom>
          <a:solidFill>
            <a:srgbClr val="8E8E8E"/>
          </a:solidFill>
          <a:ln>
            <a:noFill/>
          </a:ln>
        </p:spPr>
      </p:sp>
      <p:sp>
        <p:nvSpPr>
          <p:cNvPr id="333" name="rect"/>
          <p:cNvSpPr/>
          <p:nvPr/>
        </p:nvSpPr>
        <p:spPr>
          <a:xfrm>
            <a:off x="7569020" y="5903195"/>
            <a:ext cx="3398" cy="101927"/>
          </a:xfrm>
          <a:prstGeom prst="rect">
            <a:avLst/>
          </a:prstGeom>
          <a:solidFill>
            <a:srgbClr val="8E8E8E"/>
          </a:solidFill>
          <a:ln>
            <a:noFill/>
          </a:ln>
        </p:spPr>
      </p:sp>
      <p:sp>
        <p:nvSpPr>
          <p:cNvPr id="334" name="rect"/>
          <p:cNvSpPr/>
          <p:nvPr/>
        </p:nvSpPr>
        <p:spPr>
          <a:xfrm>
            <a:off x="7572418" y="5903195"/>
            <a:ext cx="3398" cy="101927"/>
          </a:xfrm>
          <a:prstGeom prst="rect">
            <a:avLst/>
          </a:prstGeom>
          <a:solidFill>
            <a:srgbClr val="8D8D8D"/>
          </a:solidFill>
          <a:ln>
            <a:noFill/>
          </a:ln>
        </p:spPr>
      </p:sp>
      <p:sp>
        <p:nvSpPr>
          <p:cNvPr id="335" name="rect"/>
          <p:cNvSpPr/>
          <p:nvPr/>
        </p:nvSpPr>
        <p:spPr>
          <a:xfrm>
            <a:off x="7575815" y="5903195"/>
            <a:ext cx="3398" cy="101927"/>
          </a:xfrm>
          <a:prstGeom prst="rect">
            <a:avLst/>
          </a:prstGeom>
          <a:solidFill>
            <a:srgbClr val="8D8D8D"/>
          </a:solidFill>
          <a:ln>
            <a:noFill/>
          </a:ln>
        </p:spPr>
      </p:sp>
      <p:sp>
        <p:nvSpPr>
          <p:cNvPr id="336" name="rect"/>
          <p:cNvSpPr/>
          <p:nvPr/>
        </p:nvSpPr>
        <p:spPr>
          <a:xfrm>
            <a:off x="7579213" y="5903195"/>
            <a:ext cx="3398" cy="101927"/>
          </a:xfrm>
          <a:prstGeom prst="rect">
            <a:avLst/>
          </a:prstGeom>
          <a:solidFill>
            <a:srgbClr val="8C8C8C"/>
          </a:solidFill>
          <a:ln>
            <a:noFill/>
          </a:ln>
        </p:spPr>
      </p:sp>
      <p:sp>
        <p:nvSpPr>
          <p:cNvPr id="337" name="rect"/>
          <p:cNvSpPr/>
          <p:nvPr/>
        </p:nvSpPr>
        <p:spPr>
          <a:xfrm>
            <a:off x="7582611" y="5903195"/>
            <a:ext cx="3398" cy="101927"/>
          </a:xfrm>
          <a:prstGeom prst="rect">
            <a:avLst/>
          </a:prstGeom>
          <a:solidFill>
            <a:srgbClr val="8B8B8B"/>
          </a:solidFill>
          <a:ln>
            <a:noFill/>
          </a:ln>
        </p:spPr>
      </p:sp>
      <p:sp>
        <p:nvSpPr>
          <p:cNvPr id="338" name="rect"/>
          <p:cNvSpPr/>
          <p:nvPr/>
        </p:nvSpPr>
        <p:spPr>
          <a:xfrm>
            <a:off x="7586008" y="5903195"/>
            <a:ext cx="3398" cy="101927"/>
          </a:xfrm>
          <a:prstGeom prst="rect">
            <a:avLst/>
          </a:prstGeom>
          <a:solidFill>
            <a:srgbClr val="8B8B8B"/>
          </a:solidFill>
          <a:ln>
            <a:noFill/>
          </a:ln>
        </p:spPr>
      </p:sp>
      <p:sp>
        <p:nvSpPr>
          <p:cNvPr id="339" name="rect"/>
          <p:cNvSpPr/>
          <p:nvPr/>
        </p:nvSpPr>
        <p:spPr>
          <a:xfrm>
            <a:off x="7589406" y="5903195"/>
            <a:ext cx="3398" cy="101927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340" name="rect"/>
          <p:cNvSpPr/>
          <p:nvPr/>
        </p:nvSpPr>
        <p:spPr>
          <a:xfrm>
            <a:off x="7592803" y="5903195"/>
            <a:ext cx="3398" cy="101927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341" name="rect"/>
          <p:cNvSpPr/>
          <p:nvPr/>
        </p:nvSpPr>
        <p:spPr>
          <a:xfrm>
            <a:off x="7596201" y="5903195"/>
            <a:ext cx="3398" cy="101927"/>
          </a:xfrm>
          <a:prstGeom prst="rect">
            <a:avLst/>
          </a:prstGeom>
          <a:solidFill>
            <a:srgbClr val="898989"/>
          </a:solidFill>
          <a:ln>
            <a:noFill/>
          </a:ln>
        </p:spPr>
      </p:sp>
      <p:sp>
        <p:nvSpPr>
          <p:cNvPr id="342" name="rect"/>
          <p:cNvSpPr/>
          <p:nvPr/>
        </p:nvSpPr>
        <p:spPr>
          <a:xfrm>
            <a:off x="7599598" y="5903195"/>
            <a:ext cx="3398" cy="101927"/>
          </a:xfrm>
          <a:prstGeom prst="rect">
            <a:avLst/>
          </a:prstGeom>
          <a:solidFill>
            <a:srgbClr val="898989"/>
          </a:solidFill>
          <a:ln>
            <a:noFill/>
          </a:ln>
        </p:spPr>
      </p:sp>
      <p:sp>
        <p:nvSpPr>
          <p:cNvPr id="343" name="rect"/>
          <p:cNvSpPr/>
          <p:nvPr/>
        </p:nvSpPr>
        <p:spPr>
          <a:xfrm>
            <a:off x="7602996" y="5903195"/>
            <a:ext cx="3398" cy="101927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344" name="rect"/>
          <p:cNvSpPr/>
          <p:nvPr/>
        </p:nvSpPr>
        <p:spPr>
          <a:xfrm>
            <a:off x="7606394" y="5903195"/>
            <a:ext cx="3398" cy="101927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345" name="rect"/>
          <p:cNvSpPr/>
          <p:nvPr/>
        </p:nvSpPr>
        <p:spPr>
          <a:xfrm>
            <a:off x="7609791" y="5903195"/>
            <a:ext cx="3398" cy="101927"/>
          </a:xfrm>
          <a:prstGeom prst="rect">
            <a:avLst/>
          </a:prstGeom>
          <a:solidFill>
            <a:srgbClr val="878787"/>
          </a:solidFill>
          <a:ln>
            <a:noFill/>
          </a:ln>
        </p:spPr>
      </p:sp>
      <p:sp>
        <p:nvSpPr>
          <p:cNvPr id="346" name="rect"/>
          <p:cNvSpPr/>
          <p:nvPr/>
        </p:nvSpPr>
        <p:spPr>
          <a:xfrm>
            <a:off x="7613189" y="5903195"/>
            <a:ext cx="3398" cy="101927"/>
          </a:xfrm>
          <a:prstGeom prst="rect">
            <a:avLst/>
          </a:prstGeom>
          <a:solidFill>
            <a:srgbClr val="868686"/>
          </a:solidFill>
          <a:ln>
            <a:noFill/>
          </a:ln>
        </p:spPr>
      </p:sp>
      <p:sp>
        <p:nvSpPr>
          <p:cNvPr id="347" name="rect"/>
          <p:cNvSpPr/>
          <p:nvPr/>
        </p:nvSpPr>
        <p:spPr>
          <a:xfrm>
            <a:off x="7616586" y="5903195"/>
            <a:ext cx="3398" cy="101927"/>
          </a:xfrm>
          <a:prstGeom prst="rect">
            <a:avLst/>
          </a:prstGeom>
          <a:solidFill>
            <a:srgbClr val="868686"/>
          </a:solidFill>
          <a:ln>
            <a:noFill/>
          </a:ln>
        </p:spPr>
      </p:sp>
      <p:sp>
        <p:nvSpPr>
          <p:cNvPr id="348" name="rect"/>
          <p:cNvSpPr/>
          <p:nvPr/>
        </p:nvSpPr>
        <p:spPr>
          <a:xfrm>
            <a:off x="7619984" y="5903195"/>
            <a:ext cx="3398" cy="101927"/>
          </a:xfrm>
          <a:prstGeom prst="rect">
            <a:avLst/>
          </a:prstGeom>
          <a:solidFill>
            <a:srgbClr val="858585"/>
          </a:solidFill>
          <a:ln>
            <a:noFill/>
          </a:ln>
        </p:spPr>
      </p:sp>
      <p:sp>
        <p:nvSpPr>
          <p:cNvPr id="349" name="rect"/>
          <p:cNvSpPr/>
          <p:nvPr/>
        </p:nvSpPr>
        <p:spPr>
          <a:xfrm>
            <a:off x="7623381" y="5903195"/>
            <a:ext cx="3398" cy="101927"/>
          </a:xfrm>
          <a:prstGeom prst="rect">
            <a:avLst/>
          </a:prstGeom>
          <a:solidFill>
            <a:srgbClr val="858585"/>
          </a:solidFill>
          <a:ln>
            <a:noFill/>
          </a:ln>
        </p:spPr>
      </p:sp>
      <p:sp>
        <p:nvSpPr>
          <p:cNvPr id="350" name="rect"/>
          <p:cNvSpPr/>
          <p:nvPr/>
        </p:nvSpPr>
        <p:spPr>
          <a:xfrm>
            <a:off x="7626779" y="5903195"/>
            <a:ext cx="3398" cy="101927"/>
          </a:xfrm>
          <a:prstGeom prst="rect">
            <a:avLst/>
          </a:prstGeom>
          <a:solidFill>
            <a:srgbClr val="848484"/>
          </a:solidFill>
          <a:ln>
            <a:noFill/>
          </a:ln>
        </p:spPr>
      </p:sp>
      <p:sp>
        <p:nvSpPr>
          <p:cNvPr id="351" name="rect"/>
          <p:cNvSpPr/>
          <p:nvPr/>
        </p:nvSpPr>
        <p:spPr>
          <a:xfrm>
            <a:off x="7630177" y="5903195"/>
            <a:ext cx="3398" cy="101927"/>
          </a:xfrm>
          <a:prstGeom prst="rect">
            <a:avLst/>
          </a:prstGeom>
          <a:solidFill>
            <a:srgbClr val="848484"/>
          </a:solidFill>
          <a:ln>
            <a:noFill/>
          </a:ln>
        </p:spPr>
      </p:sp>
      <p:sp>
        <p:nvSpPr>
          <p:cNvPr id="352" name="rect"/>
          <p:cNvSpPr/>
          <p:nvPr/>
        </p:nvSpPr>
        <p:spPr>
          <a:xfrm>
            <a:off x="7633574" y="5903195"/>
            <a:ext cx="3398" cy="101927"/>
          </a:xfrm>
          <a:prstGeom prst="rect">
            <a:avLst/>
          </a:prstGeom>
          <a:solidFill>
            <a:srgbClr val="838383"/>
          </a:solidFill>
          <a:ln>
            <a:noFill/>
          </a:ln>
        </p:spPr>
      </p:sp>
      <p:sp>
        <p:nvSpPr>
          <p:cNvPr id="353" name="rect"/>
          <p:cNvSpPr/>
          <p:nvPr/>
        </p:nvSpPr>
        <p:spPr>
          <a:xfrm>
            <a:off x="7636972" y="5903195"/>
            <a:ext cx="3398" cy="101927"/>
          </a:xfrm>
          <a:prstGeom prst="rect">
            <a:avLst/>
          </a:prstGeom>
          <a:solidFill>
            <a:srgbClr val="838383"/>
          </a:solidFill>
          <a:ln>
            <a:noFill/>
          </a:ln>
        </p:spPr>
      </p:sp>
      <p:sp>
        <p:nvSpPr>
          <p:cNvPr id="354" name="rect"/>
          <p:cNvSpPr/>
          <p:nvPr/>
        </p:nvSpPr>
        <p:spPr>
          <a:xfrm>
            <a:off x="7640369" y="5903195"/>
            <a:ext cx="3398" cy="101927"/>
          </a:xfrm>
          <a:prstGeom prst="rect">
            <a:avLst/>
          </a:prstGeom>
          <a:solidFill>
            <a:srgbClr val="828282"/>
          </a:solidFill>
          <a:ln>
            <a:noFill/>
          </a:ln>
        </p:spPr>
      </p:sp>
      <p:sp>
        <p:nvSpPr>
          <p:cNvPr id="355" name="rect"/>
          <p:cNvSpPr/>
          <p:nvPr/>
        </p:nvSpPr>
        <p:spPr>
          <a:xfrm>
            <a:off x="7643767" y="5903195"/>
            <a:ext cx="3398" cy="101927"/>
          </a:xfrm>
          <a:prstGeom prst="rect">
            <a:avLst/>
          </a:prstGeom>
          <a:solidFill>
            <a:srgbClr val="818181"/>
          </a:solidFill>
          <a:ln>
            <a:noFill/>
          </a:ln>
        </p:spPr>
      </p:sp>
      <p:sp>
        <p:nvSpPr>
          <p:cNvPr id="356" name="rect"/>
          <p:cNvSpPr/>
          <p:nvPr/>
        </p:nvSpPr>
        <p:spPr>
          <a:xfrm>
            <a:off x="7647164" y="5903195"/>
            <a:ext cx="3398" cy="101927"/>
          </a:xfrm>
          <a:prstGeom prst="rect">
            <a:avLst/>
          </a:prstGeom>
          <a:solidFill>
            <a:srgbClr val="818181"/>
          </a:solidFill>
          <a:ln>
            <a:noFill/>
          </a:ln>
        </p:spPr>
      </p:sp>
      <p:sp>
        <p:nvSpPr>
          <p:cNvPr id="357" name="rect"/>
          <p:cNvSpPr/>
          <p:nvPr/>
        </p:nvSpPr>
        <p:spPr>
          <a:xfrm>
            <a:off x="7650562" y="5903195"/>
            <a:ext cx="3398" cy="101927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358" name="rect"/>
          <p:cNvSpPr/>
          <p:nvPr/>
        </p:nvSpPr>
        <p:spPr>
          <a:xfrm>
            <a:off x="7653959" y="5903195"/>
            <a:ext cx="3398" cy="101927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359" name="rect"/>
          <p:cNvSpPr/>
          <p:nvPr/>
        </p:nvSpPr>
        <p:spPr>
          <a:xfrm>
            <a:off x="7657357" y="5903195"/>
            <a:ext cx="3398" cy="101927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0" name="rect"/>
          <p:cNvSpPr/>
          <p:nvPr/>
        </p:nvSpPr>
        <p:spPr>
          <a:xfrm>
            <a:off x="7660755" y="5903195"/>
            <a:ext cx="3398" cy="101927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1" name="rect"/>
          <p:cNvSpPr/>
          <p:nvPr/>
        </p:nvSpPr>
        <p:spPr>
          <a:xfrm>
            <a:off x="7664152" y="5903195"/>
            <a:ext cx="3398" cy="101927"/>
          </a:xfrm>
          <a:prstGeom prst="rect">
            <a:avLst/>
          </a:prstGeom>
          <a:solidFill>
            <a:srgbClr val="7E7E7E"/>
          </a:solidFill>
          <a:ln>
            <a:noFill/>
          </a:ln>
        </p:spPr>
      </p:sp>
      <p:sp>
        <p:nvSpPr>
          <p:cNvPr id="362" name="rect"/>
          <p:cNvSpPr/>
          <p:nvPr/>
        </p:nvSpPr>
        <p:spPr>
          <a:xfrm>
            <a:off x="7667550" y="5903195"/>
            <a:ext cx="3398" cy="101927"/>
          </a:xfrm>
          <a:prstGeom prst="rect">
            <a:avLst/>
          </a:prstGeom>
          <a:solidFill>
            <a:srgbClr val="7E7E7E"/>
          </a:solidFill>
          <a:ln>
            <a:noFill/>
          </a:ln>
        </p:spPr>
      </p:sp>
      <p:sp>
        <p:nvSpPr>
          <p:cNvPr id="363" name="rect"/>
          <p:cNvSpPr/>
          <p:nvPr/>
        </p:nvSpPr>
        <p:spPr>
          <a:xfrm>
            <a:off x="7670947" y="5903195"/>
            <a:ext cx="3398" cy="101927"/>
          </a:xfrm>
          <a:prstGeom prst="rect">
            <a:avLst/>
          </a:prstGeom>
          <a:solidFill>
            <a:srgbClr val="7D7D7D"/>
          </a:solidFill>
          <a:ln>
            <a:noFill/>
          </a:ln>
        </p:spPr>
      </p:sp>
      <p:sp>
        <p:nvSpPr>
          <p:cNvPr id="364" name="rect"/>
          <p:cNvSpPr/>
          <p:nvPr/>
        </p:nvSpPr>
        <p:spPr>
          <a:xfrm>
            <a:off x="7674345" y="5903195"/>
            <a:ext cx="3398" cy="101927"/>
          </a:xfrm>
          <a:prstGeom prst="rect">
            <a:avLst/>
          </a:prstGeom>
          <a:solidFill>
            <a:srgbClr val="7C7C7C"/>
          </a:solidFill>
          <a:ln>
            <a:noFill/>
          </a:ln>
        </p:spPr>
      </p:sp>
      <p:sp>
        <p:nvSpPr>
          <p:cNvPr id="365" name="rect"/>
          <p:cNvSpPr/>
          <p:nvPr/>
        </p:nvSpPr>
        <p:spPr>
          <a:xfrm>
            <a:off x="7677742" y="5903195"/>
            <a:ext cx="3398" cy="101927"/>
          </a:xfrm>
          <a:prstGeom prst="rect">
            <a:avLst/>
          </a:prstGeom>
          <a:solidFill>
            <a:srgbClr val="7C7C7C"/>
          </a:solidFill>
          <a:ln>
            <a:noFill/>
          </a:ln>
        </p:spPr>
      </p:sp>
      <p:sp>
        <p:nvSpPr>
          <p:cNvPr id="366" name="rect"/>
          <p:cNvSpPr/>
          <p:nvPr/>
        </p:nvSpPr>
        <p:spPr>
          <a:xfrm>
            <a:off x="7681140" y="5903195"/>
            <a:ext cx="3398" cy="101927"/>
          </a:xfrm>
          <a:prstGeom prst="rect">
            <a:avLst/>
          </a:prstGeom>
          <a:solidFill>
            <a:srgbClr val="7B7B7B"/>
          </a:solidFill>
          <a:ln>
            <a:noFill/>
          </a:ln>
        </p:spPr>
      </p:sp>
      <p:sp>
        <p:nvSpPr>
          <p:cNvPr id="367" name="rect"/>
          <p:cNvSpPr/>
          <p:nvPr/>
        </p:nvSpPr>
        <p:spPr>
          <a:xfrm>
            <a:off x="7684538" y="5903195"/>
            <a:ext cx="3398" cy="101927"/>
          </a:xfrm>
          <a:prstGeom prst="rect">
            <a:avLst/>
          </a:prstGeom>
          <a:solidFill>
            <a:srgbClr val="7B7B7B"/>
          </a:solidFill>
          <a:ln>
            <a:noFill/>
          </a:ln>
        </p:spPr>
      </p:sp>
      <p:sp>
        <p:nvSpPr>
          <p:cNvPr id="368" name="rect"/>
          <p:cNvSpPr/>
          <p:nvPr/>
        </p:nvSpPr>
        <p:spPr>
          <a:xfrm>
            <a:off x="7687935" y="5903195"/>
            <a:ext cx="3398" cy="101927"/>
          </a:xfrm>
          <a:prstGeom prst="rect">
            <a:avLst/>
          </a:prstGeom>
          <a:solidFill>
            <a:srgbClr val="7A7A7A"/>
          </a:solidFill>
          <a:ln>
            <a:noFill/>
          </a:ln>
        </p:spPr>
      </p:sp>
      <p:sp>
        <p:nvSpPr>
          <p:cNvPr id="369" name="rect"/>
          <p:cNvSpPr/>
          <p:nvPr/>
        </p:nvSpPr>
        <p:spPr>
          <a:xfrm>
            <a:off x="7691333" y="5903195"/>
            <a:ext cx="3398" cy="101927"/>
          </a:xfrm>
          <a:prstGeom prst="rect">
            <a:avLst/>
          </a:prstGeom>
          <a:solidFill>
            <a:srgbClr val="7A7A7A"/>
          </a:solidFill>
          <a:ln>
            <a:noFill/>
          </a:ln>
        </p:spPr>
      </p:sp>
      <p:sp>
        <p:nvSpPr>
          <p:cNvPr id="370" name="rect"/>
          <p:cNvSpPr/>
          <p:nvPr/>
        </p:nvSpPr>
        <p:spPr>
          <a:xfrm>
            <a:off x="7694730" y="5903195"/>
            <a:ext cx="3398" cy="101927"/>
          </a:xfrm>
          <a:prstGeom prst="rect">
            <a:avLst/>
          </a:prstGeom>
          <a:solidFill>
            <a:srgbClr val="797979"/>
          </a:solidFill>
          <a:ln>
            <a:noFill/>
          </a:ln>
        </p:spPr>
      </p:sp>
      <p:sp>
        <p:nvSpPr>
          <p:cNvPr id="371" name="rect"/>
          <p:cNvSpPr/>
          <p:nvPr/>
        </p:nvSpPr>
        <p:spPr>
          <a:xfrm>
            <a:off x="7698128" y="5903195"/>
            <a:ext cx="3398" cy="101927"/>
          </a:xfrm>
          <a:prstGeom prst="rect">
            <a:avLst/>
          </a:prstGeom>
          <a:solidFill>
            <a:srgbClr val="797979"/>
          </a:solidFill>
          <a:ln>
            <a:noFill/>
          </a:ln>
        </p:spPr>
      </p:sp>
      <p:sp>
        <p:nvSpPr>
          <p:cNvPr id="372" name="rect"/>
          <p:cNvSpPr/>
          <p:nvPr/>
        </p:nvSpPr>
        <p:spPr>
          <a:xfrm>
            <a:off x="7701525" y="5903195"/>
            <a:ext cx="3398" cy="101927"/>
          </a:xfrm>
          <a:prstGeom prst="rect">
            <a:avLst/>
          </a:prstGeom>
          <a:solidFill>
            <a:srgbClr val="787878"/>
          </a:solidFill>
          <a:ln>
            <a:noFill/>
          </a:ln>
        </p:spPr>
      </p:sp>
      <p:sp>
        <p:nvSpPr>
          <p:cNvPr id="373" name="rect"/>
          <p:cNvSpPr/>
          <p:nvPr/>
        </p:nvSpPr>
        <p:spPr>
          <a:xfrm>
            <a:off x="7704923" y="5903195"/>
            <a:ext cx="3398" cy="101927"/>
          </a:xfrm>
          <a:prstGeom prst="rect">
            <a:avLst/>
          </a:prstGeom>
          <a:solidFill>
            <a:srgbClr val="777777"/>
          </a:solidFill>
          <a:ln>
            <a:noFill/>
          </a:ln>
        </p:spPr>
      </p:sp>
      <p:sp>
        <p:nvSpPr>
          <p:cNvPr id="374" name="rect"/>
          <p:cNvSpPr/>
          <p:nvPr/>
        </p:nvSpPr>
        <p:spPr>
          <a:xfrm>
            <a:off x="7708321" y="5903195"/>
            <a:ext cx="3398" cy="101927"/>
          </a:xfrm>
          <a:prstGeom prst="rect">
            <a:avLst/>
          </a:prstGeom>
          <a:solidFill>
            <a:srgbClr val="777777"/>
          </a:solidFill>
          <a:ln>
            <a:noFill/>
          </a:ln>
        </p:spPr>
      </p:sp>
      <p:sp>
        <p:nvSpPr>
          <p:cNvPr id="375" name="rect"/>
          <p:cNvSpPr/>
          <p:nvPr/>
        </p:nvSpPr>
        <p:spPr>
          <a:xfrm>
            <a:off x="7711718" y="5903195"/>
            <a:ext cx="3398" cy="101927"/>
          </a:xfrm>
          <a:prstGeom prst="rect">
            <a:avLst/>
          </a:prstGeom>
          <a:solidFill>
            <a:srgbClr val="767676"/>
          </a:solidFill>
          <a:ln>
            <a:noFill/>
          </a:ln>
        </p:spPr>
      </p:sp>
      <p:sp>
        <p:nvSpPr>
          <p:cNvPr id="376" name="rect"/>
          <p:cNvSpPr/>
          <p:nvPr/>
        </p:nvSpPr>
        <p:spPr>
          <a:xfrm>
            <a:off x="7715116" y="5903195"/>
            <a:ext cx="3398" cy="101927"/>
          </a:xfrm>
          <a:prstGeom prst="rect">
            <a:avLst/>
          </a:prstGeom>
          <a:solidFill>
            <a:srgbClr val="767676"/>
          </a:solidFill>
          <a:ln>
            <a:noFill/>
          </a:ln>
        </p:spPr>
      </p:sp>
      <p:sp>
        <p:nvSpPr>
          <p:cNvPr id="377" name="rect"/>
          <p:cNvSpPr/>
          <p:nvPr/>
        </p:nvSpPr>
        <p:spPr>
          <a:xfrm>
            <a:off x="7718513" y="5903195"/>
            <a:ext cx="3398" cy="101927"/>
          </a:xfrm>
          <a:prstGeom prst="rect">
            <a:avLst/>
          </a:prstGeom>
          <a:solidFill>
            <a:srgbClr val="757575"/>
          </a:solidFill>
          <a:ln>
            <a:noFill/>
          </a:ln>
        </p:spPr>
      </p:sp>
      <p:sp>
        <p:nvSpPr>
          <p:cNvPr id="378" name="rect"/>
          <p:cNvSpPr/>
          <p:nvPr/>
        </p:nvSpPr>
        <p:spPr>
          <a:xfrm>
            <a:off x="7721911" y="5903195"/>
            <a:ext cx="3398" cy="101927"/>
          </a:xfrm>
          <a:prstGeom prst="rect">
            <a:avLst/>
          </a:prstGeom>
          <a:solidFill>
            <a:srgbClr val="757575"/>
          </a:solidFill>
          <a:ln>
            <a:noFill/>
          </a:ln>
        </p:spPr>
      </p:sp>
      <p:sp>
        <p:nvSpPr>
          <p:cNvPr id="379" name="rect"/>
          <p:cNvSpPr/>
          <p:nvPr/>
        </p:nvSpPr>
        <p:spPr>
          <a:xfrm>
            <a:off x="7725308" y="5903195"/>
            <a:ext cx="3398" cy="101927"/>
          </a:xfrm>
          <a:prstGeom prst="rect">
            <a:avLst/>
          </a:prstGeom>
          <a:solidFill>
            <a:srgbClr val="747474"/>
          </a:solidFill>
          <a:ln>
            <a:noFill/>
          </a:ln>
        </p:spPr>
      </p:sp>
      <p:sp>
        <p:nvSpPr>
          <p:cNvPr id="380" name="rect"/>
          <p:cNvSpPr/>
          <p:nvPr/>
        </p:nvSpPr>
        <p:spPr>
          <a:xfrm>
            <a:off x="7728706" y="5903195"/>
            <a:ext cx="3398" cy="101927"/>
          </a:xfrm>
          <a:prstGeom prst="rect">
            <a:avLst/>
          </a:prstGeom>
          <a:solidFill>
            <a:srgbClr val="747474"/>
          </a:solidFill>
          <a:ln>
            <a:noFill/>
          </a:ln>
        </p:spPr>
      </p:sp>
      <p:sp>
        <p:nvSpPr>
          <p:cNvPr id="381" name="rect"/>
          <p:cNvSpPr/>
          <p:nvPr/>
        </p:nvSpPr>
        <p:spPr>
          <a:xfrm>
            <a:off x="7732104" y="5903195"/>
            <a:ext cx="3398" cy="101927"/>
          </a:xfrm>
          <a:prstGeom prst="rect">
            <a:avLst/>
          </a:prstGeom>
          <a:solidFill>
            <a:srgbClr val="737373"/>
          </a:solidFill>
          <a:ln>
            <a:noFill/>
          </a:ln>
        </p:spPr>
      </p:sp>
      <p:sp>
        <p:nvSpPr>
          <p:cNvPr id="382" name="rect"/>
          <p:cNvSpPr/>
          <p:nvPr/>
        </p:nvSpPr>
        <p:spPr>
          <a:xfrm>
            <a:off x="7735501" y="5903195"/>
            <a:ext cx="3398" cy="101927"/>
          </a:xfrm>
          <a:prstGeom prst="rect">
            <a:avLst/>
          </a:prstGeom>
          <a:solidFill>
            <a:srgbClr val="727272"/>
          </a:solidFill>
          <a:ln>
            <a:noFill/>
          </a:ln>
        </p:spPr>
      </p:sp>
      <p:sp>
        <p:nvSpPr>
          <p:cNvPr id="383" name="rect"/>
          <p:cNvSpPr/>
          <p:nvPr/>
        </p:nvSpPr>
        <p:spPr>
          <a:xfrm>
            <a:off x="7738899" y="5903195"/>
            <a:ext cx="3398" cy="101927"/>
          </a:xfrm>
          <a:prstGeom prst="rect">
            <a:avLst/>
          </a:prstGeom>
          <a:solidFill>
            <a:srgbClr val="727272"/>
          </a:solidFill>
          <a:ln>
            <a:noFill/>
          </a:ln>
        </p:spPr>
      </p:sp>
      <p:sp>
        <p:nvSpPr>
          <p:cNvPr id="384" name="rect"/>
          <p:cNvSpPr/>
          <p:nvPr/>
        </p:nvSpPr>
        <p:spPr>
          <a:xfrm>
            <a:off x="7742296" y="5903195"/>
            <a:ext cx="3398" cy="101927"/>
          </a:xfrm>
          <a:prstGeom prst="rect">
            <a:avLst/>
          </a:prstGeom>
          <a:solidFill>
            <a:srgbClr val="717171"/>
          </a:solidFill>
          <a:ln>
            <a:noFill/>
          </a:ln>
        </p:spPr>
      </p:sp>
      <p:sp>
        <p:nvSpPr>
          <p:cNvPr id="385" name="rect"/>
          <p:cNvSpPr/>
          <p:nvPr/>
        </p:nvSpPr>
        <p:spPr>
          <a:xfrm>
            <a:off x="7745694" y="5903195"/>
            <a:ext cx="3398" cy="101927"/>
          </a:xfrm>
          <a:prstGeom prst="rect">
            <a:avLst/>
          </a:prstGeom>
          <a:solidFill>
            <a:srgbClr val="717171"/>
          </a:solidFill>
          <a:ln>
            <a:noFill/>
          </a:ln>
        </p:spPr>
      </p:sp>
      <p:sp>
        <p:nvSpPr>
          <p:cNvPr id="386" name="rect"/>
          <p:cNvSpPr/>
          <p:nvPr/>
        </p:nvSpPr>
        <p:spPr>
          <a:xfrm>
            <a:off x="7749091" y="5903195"/>
            <a:ext cx="3398" cy="101927"/>
          </a:xfrm>
          <a:prstGeom prst="rect">
            <a:avLst/>
          </a:prstGeom>
          <a:solidFill>
            <a:srgbClr val="707070"/>
          </a:solidFill>
          <a:ln>
            <a:noFill/>
          </a:ln>
        </p:spPr>
      </p:sp>
      <p:sp>
        <p:nvSpPr>
          <p:cNvPr id="387" name="rect"/>
          <p:cNvSpPr/>
          <p:nvPr/>
        </p:nvSpPr>
        <p:spPr>
          <a:xfrm>
            <a:off x="7752489" y="5903195"/>
            <a:ext cx="3398" cy="101927"/>
          </a:xfrm>
          <a:prstGeom prst="rect">
            <a:avLst/>
          </a:prstGeom>
          <a:solidFill>
            <a:srgbClr val="707070"/>
          </a:solidFill>
          <a:ln>
            <a:noFill/>
          </a:ln>
        </p:spPr>
      </p:sp>
      <p:sp>
        <p:nvSpPr>
          <p:cNvPr id="388" name="rect"/>
          <p:cNvSpPr/>
          <p:nvPr/>
        </p:nvSpPr>
        <p:spPr>
          <a:xfrm>
            <a:off x="7755887" y="5903195"/>
            <a:ext cx="3398" cy="101927"/>
          </a:xfrm>
          <a:prstGeom prst="rect">
            <a:avLst/>
          </a:prstGeom>
          <a:solidFill>
            <a:srgbClr val="6F6F6F"/>
          </a:solidFill>
          <a:ln>
            <a:noFill/>
          </a:ln>
        </p:spPr>
      </p:sp>
      <p:sp>
        <p:nvSpPr>
          <p:cNvPr id="389" name="rect"/>
          <p:cNvSpPr/>
          <p:nvPr/>
        </p:nvSpPr>
        <p:spPr>
          <a:xfrm>
            <a:off x="7759284" y="5903195"/>
            <a:ext cx="3398" cy="101927"/>
          </a:xfrm>
          <a:prstGeom prst="rect">
            <a:avLst/>
          </a:prstGeom>
          <a:solidFill>
            <a:srgbClr val="6F6F6F"/>
          </a:solidFill>
          <a:ln>
            <a:noFill/>
          </a:ln>
        </p:spPr>
      </p:sp>
      <p:sp>
        <p:nvSpPr>
          <p:cNvPr id="390" name="rect"/>
          <p:cNvSpPr/>
          <p:nvPr/>
        </p:nvSpPr>
        <p:spPr>
          <a:xfrm>
            <a:off x="7762682" y="5903195"/>
            <a:ext cx="3398" cy="101927"/>
          </a:xfrm>
          <a:prstGeom prst="rect">
            <a:avLst/>
          </a:prstGeom>
          <a:solidFill>
            <a:srgbClr val="6E6E6E"/>
          </a:solidFill>
          <a:ln>
            <a:noFill/>
          </a:ln>
        </p:spPr>
      </p:sp>
      <p:sp>
        <p:nvSpPr>
          <p:cNvPr id="391" name="rect"/>
          <p:cNvSpPr/>
          <p:nvPr/>
        </p:nvSpPr>
        <p:spPr>
          <a:xfrm>
            <a:off x="7766079" y="5903195"/>
            <a:ext cx="3398" cy="101927"/>
          </a:xfrm>
          <a:prstGeom prst="rect">
            <a:avLst/>
          </a:prstGeom>
          <a:solidFill>
            <a:srgbClr val="6D6D6D"/>
          </a:solidFill>
          <a:ln>
            <a:noFill/>
          </a:ln>
        </p:spPr>
      </p:sp>
      <p:sp>
        <p:nvSpPr>
          <p:cNvPr id="392" name="rect"/>
          <p:cNvSpPr/>
          <p:nvPr/>
        </p:nvSpPr>
        <p:spPr>
          <a:xfrm>
            <a:off x="7769477" y="5903195"/>
            <a:ext cx="3398" cy="101927"/>
          </a:xfrm>
          <a:prstGeom prst="rect">
            <a:avLst/>
          </a:prstGeom>
          <a:solidFill>
            <a:srgbClr val="6D6D6D"/>
          </a:solidFill>
          <a:ln>
            <a:noFill/>
          </a:ln>
        </p:spPr>
      </p:sp>
      <p:sp>
        <p:nvSpPr>
          <p:cNvPr id="393" name="rect"/>
          <p:cNvSpPr/>
          <p:nvPr/>
        </p:nvSpPr>
        <p:spPr>
          <a:xfrm>
            <a:off x="7772874" y="5903195"/>
            <a:ext cx="3398" cy="101927"/>
          </a:xfrm>
          <a:prstGeom prst="rect">
            <a:avLst/>
          </a:prstGeom>
          <a:solidFill>
            <a:srgbClr val="6C6C6C"/>
          </a:solidFill>
          <a:ln>
            <a:noFill/>
          </a:ln>
        </p:spPr>
      </p:sp>
      <p:sp>
        <p:nvSpPr>
          <p:cNvPr id="394" name="rect"/>
          <p:cNvSpPr/>
          <p:nvPr/>
        </p:nvSpPr>
        <p:spPr>
          <a:xfrm>
            <a:off x="7776272" y="5903195"/>
            <a:ext cx="3398" cy="101927"/>
          </a:xfrm>
          <a:prstGeom prst="rect">
            <a:avLst/>
          </a:prstGeom>
          <a:solidFill>
            <a:srgbClr val="6C6C6C"/>
          </a:solidFill>
          <a:ln>
            <a:noFill/>
          </a:ln>
        </p:spPr>
      </p:sp>
      <p:sp>
        <p:nvSpPr>
          <p:cNvPr id="395" name="rect"/>
          <p:cNvSpPr/>
          <p:nvPr/>
        </p:nvSpPr>
        <p:spPr>
          <a:xfrm>
            <a:off x="7779669" y="5903195"/>
            <a:ext cx="3398" cy="101927"/>
          </a:xfrm>
          <a:prstGeom prst="rect">
            <a:avLst/>
          </a:prstGeom>
          <a:solidFill>
            <a:srgbClr val="6B6B6B"/>
          </a:solidFill>
          <a:ln>
            <a:noFill/>
          </a:ln>
        </p:spPr>
      </p:sp>
      <p:sp>
        <p:nvSpPr>
          <p:cNvPr id="396" name="rect"/>
          <p:cNvSpPr/>
          <p:nvPr/>
        </p:nvSpPr>
        <p:spPr>
          <a:xfrm>
            <a:off x="7783067" y="5903195"/>
            <a:ext cx="3398" cy="101927"/>
          </a:xfrm>
          <a:prstGeom prst="rect">
            <a:avLst/>
          </a:prstGeom>
          <a:solidFill>
            <a:srgbClr val="6B6B6B"/>
          </a:solidFill>
          <a:ln>
            <a:noFill/>
          </a:ln>
        </p:spPr>
      </p:sp>
      <p:sp>
        <p:nvSpPr>
          <p:cNvPr id="397" name="rect"/>
          <p:cNvSpPr/>
          <p:nvPr/>
        </p:nvSpPr>
        <p:spPr>
          <a:xfrm>
            <a:off x="7786465" y="5903195"/>
            <a:ext cx="3398" cy="101927"/>
          </a:xfrm>
          <a:prstGeom prst="rect">
            <a:avLst/>
          </a:prstGeom>
          <a:solidFill>
            <a:srgbClr val="6A6A6A"/>
          </a:solidFill>
          <a:ln>
            <a:noFill/>
          </a:ln>
        </p:spPr>
      </p:sp>
      <p:sp>
        <p:nvSpPr>
          <p:cNvPr id="398" name="rect"/>
          <p:cNvSpPr/>
          <p:nvPr/>
        </p:nvSpPr>
        <p:spPr>
          <a:xfrm>
            <a:off x="7789862" y="5903195"/>
            <a:ext cx="3398" cy="101927"/>
          </a:xfrm>
          <a:prstGeom prst="rect">
            <a:avLst/>
          </a:prstGeom>
          <a:solidFill>
            <a:srgbClr val="6A6A6A"/>
          </a:solidFill>
          <a:ln>
            <a:noFill/>
          </a:ln>
        </p:spPr>
      </p:sp>
      <p:sp>
        <p:nvSpPr>
          <p:cNvPr id="399" name="rect"/>
          <p:cNvSpPr/>
          <p:nvPr/>
        </p:nvSpPr>
        <p:spPr>
          <a:xfrm>
            <a:off x="7793260" y="5903195"/>
            <a:ext cx="3398" cy="101927"/>
          </a:xfrm>
          <a:prstGeom prst="rect">
            <a:avLst/>
          </a:prstGeom>
          <a:solidFill>
            <a:srgbClr val="696969"/>
          </a:solidFill>
          <a:ln>
            <a:noFill/>
          </a:ln>
        </p:spPr>
      </p:sp>
      <p:sp>
        <p:nvSpPr>
          <p:cNvPr id="400" name="rect"/>
          <p:cNvSpPr/>
          <p:nvPr/>
        </p:nvSpPr>
        <p:spPr>
          <a:xfrm>
            <a:off x="7796657" y="5903195"/>
            <a:ext cx="3398" cy="101927"/>
          </a:xfrm>
          <a:prstGeom prst="rect">
            <a:avLst/>
          </a:prstGeom>
          <a:solidFill>
            <a:srgbClr val="686868"/>
          </a:solidFill>
          <a:ln>
            <a:noFill/>
          </a:ln>
        </p:spPr>
      </p:sp>
      <p:sp>
        <p:nvSpPr>
          <p:cNvPr id="401" name="rect"/>
          <p:cNvSpPr/>
          <p:nvPr/>
        </p:nvSpPr>
        <p:spPr>
          <a:xfrm>
            <a:off x="7800055" y="5903195"/>
            <a:ext cx="3398" cy="101927"/>
          </a:xfrm>
          <a:prstGeom prst="rect">
            <a:avLst/>
          </a:prstGeom>
          <a:solidFill>
            <a:srgbClr val="686868"/>
          </a:solidFill>
          <a:ln>
            <a:noFill/>
          </a:ln>
        </p:spPr>
      </p:sp>
      <p:sp>
        <p:nvSpPr>
          <p:cNvPr id="402" name="rect"/>
          <p:cNvSpPr/>
          <p:nvPr/>
        </p:nvSpPr>
        <p:spPr>
          <a:xfrm>
            <a:off x="7803452" y="5903195"/>
            <a:ext cx="3398" cy="101927"/>
          </a:xfrm>
          <a:prstGeom prst="rect">
            <a:avLst/>
          </a:prstGeom>
          <a:solidFill>
            <a:srgbClr val="676767"/>
          </a:solidFill>
          <a:ln>
            <a:noFill/>
          </a:ln>
        </p:spPr>
      </p:sp>
      <p:sp>
        <p:nvSpPr>
          <p:cNvPr id="403" name="rect"/>
          <p:cNvSpPr/>
          <p:nvPr/>
        </p:nvSpPr>
        <p:spPr>
          <a:xfrm>
            <a:off x="7806850" y="5903195"/>
            <a:ext cx="3398" cy="101927"/>
          </a:xfrm>
          <a:prstGeom prst="rect">
            <a:avLst/>
          </a:prstGeom>
          <a:solidFill>
            <a:srgbClr val="676767"/>
          </a:solidFill>
          <a:ln>
            <a:noFill/>
          </a:ln>
        </p:spPr>
      </p:sp>
      <p:sp>
        <p:nvSpPr>
          <p:cNvPr id="404" name="rect"/>
          <p:cNvSpPr/>
          <p:nvPr/>
        </p:nvSpPr>
        <p:spPr>
          <a:xfrm>
            <a:off x="7810248" y="5903195"/>
            <a:ext cx="3398" cy="101927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405" name="rect"/>
          <p:cNvSpPr/>
          <p:nvPr/>
        </p:nvSpPr>
        <p:spPr>
          <a:xfrm>
            <a:off x="7813645" y="5903195"/>
            <a:ext cx="3398" cy="101927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406" name="rect"/>
          <p:cNvSpPr/>
          <p:nvPr/>
        </p:nvSpPr>
        <p:spPr>
          <a:xfrm>
            <a:off x="7817043" y="5903195"/>
            <a:ext cx="3398" cy="101927"/>
          </a:xfrm>
          <a:prstGeom prst="rect">
            <a:avLst/>
          </a:prstGeom>
          <a:solidFill>
            <a:srgbClr val="656565"/>
          </a:solidFill>
          <a:ln>
            <a:noFill/>
          </a:ln>
        </p:spPr>
      </p:sp>
      <p:sp>
        <p:nvSpPr>
          <p:cNvPr id="407" name="rect"/>
          <p:cNvSpPr/>
          <p:nvPr/>
        </p:nvSpPr>
        <p:spPr>
          <a:xfrm>
            <a:off x="7820440" y="5903195"/>
            <a:ext cx="3398" cy="101927"/>
          </a:xfrm>
          <a:prstGeom prst="rect">
            <a:avLst/>
          </a:prstGeom>
          <a:solidFill>
            <a:srgbClr val="656565"/>
          </a:solidFill>
          <a:ln>
            <a:noFill/>
          </a:ln>
        </p:spPr>
      </p:sp>
      <p:sp>
        <p:nvSpPr>
          <p:cNvPr id="408" name="rect"/>
          <p:cNvSpPr/>
          <p:nvPr/>
        </p:nvSpPr>
        <p:spPr>
          <a:xfrm>
            <a:off x="7823838" y="5903195"/>
            <a:ext cx="3398" cy="101927"/>
          </a:xfrm>
          <a:prstGeom prst="rect">
            <a:avLst/>
          </a:prstGeom>
          <a:solidFill>
            <a:srgbClr val="646464"/>
          </a:solidFill>
          <a:ln>
            <a:noFill/>
          </a:ln>
        </p:spPr>
      </p:sp>
      <p:sp>
        <p:nvSpPr>
          <p:cNvPr id="409" name="rect"/>
          <p:cNvSpPr/>
          <p:nvPr/>
        </p:nvSpPr>
        <p:spPr>
          <a:xfrm>
            <a:off x="7827235" y="5903195"/>
            <a:ext cx="3398" cy="101927"/>
          </a:xfrm>
          <a:prstGeom prst="rect">
            <a:avLst/>
          </a:prstGeom>
          <a:solidFill>
            <a:srgbClr val="636363"/>
          </a:solidFill>
          <a:ln>
            <a:noFill/>
          </a:ln>
        </p:spPr>
      </p:sp>
      <p:sp>
        <p:nvSpPr>
          <p:cNvPr id="410" name="rect"/>
          <p:cNvSpPr/>
          <p:nvPr/>
        </p:nvSpPr>
        <p:spPr>
          <a:xfrm>
            <a:off x="7830633" y="5903195"/>
            <a:ext cx="3398" cy="101927"/>
          </a:xfrm>
          <a:prstGeom prst="rect">
            <a:avLst/>
          </a:prstGeom>
          <a:solidFill>
            <a:srgbClr val="636363"/>
          </a:solidFill>
          <a:ln>
            <a:noFill/>
          </a:ln>
        </p:spPr>
      </p:sp>
      <p:sp>
        <p:nvSpPr>
          <p:cNvPr id="411" name="rect"/>
          <p:cNvSpPr/>
          <p:nvPr/>
        </p:nvSpPr>
        <p:spPr>
          <a:xfrm>
            <a:off x="7834031" y="5903195"/>
            <a:ext cx="3398" cy="101927"/>
          </a:xfrm>
          <a:prstGeom prst="rect">
            <a:avLst/>
          </a:prstGeom>
          <a:solidFill>
            <a:srgbClr val="626262"/>
          </a:solidFill>
          <a:ln>
            <a:noFill/>
          </a:ln>
        </p:spPr>
      </p:sp>
      <p:sp>
        <p:nvSpPr>
          <p:cNvPr id="412" name="rect"/>
          <p:cNvSpPr/>
          <p:nvPr/>
        </p:nvSpPr>
        <p:spPr>
          <a:xfrm>
            <a:off x="7837428" y="5903195"/>
            <a:ext cx="3398" cy="101927"/>
          </a:xfrm>
          <a:prstGeom prst="rect">
            <a:avLst/>
          </a:prstGeom>
          <a:solidFill>
            <a:srgbClr val="626262"/>
          </a:solidFill>
          <a:ln>
            <a:noFill/>
          </a:ln>
        </p:spPr>
      </p:sp>
      <p:sp>
        <p:nvSpPr>
          <p:cNvPr id="413" name="rect"/>
          <p:cNvSpPr/>
          <p:nvPr/>
        </p:nvSpPr>
        <p:spPr>
          <a:xfrm>
            <a:off x="7840826" y="5903195"/>
            <a:ext cx="3398" cy="101927"/>
          </a:xfrm>
          <a:prstGeom prst="rect">
            <a:avLst/>
          </a:prstGeom>
          <a:solidFill>
            <a:srgbClr val="616161"/>
          </a:solidFill>
          <a:ln>
            <a:noFill/>
          </a:ln>
        </p:spPr>
      </p:sp>
      <p:sp>
        <p:nvSpPr>
          <p:cNvPr id="414" name="rect"/>
          <p:cNvSpPr/>
          <p:nvPr/>
        </p:nvSpPr>
        <p:spPr>
          <a:xfrm>
            <a:off x="7844223" y="5903195"/>
            <a:ext cx="3398" cy="101927"/>
          </a:xfrm>
          <a:prstGeom prst="rect">
            <a:avLst/>
          </a:prstGeom>
          <a:solidFill>
            <a:srgbClr val="616161"/>
          </a:solidFill>
          <a:ln>
            <a:noFill/>
          </a:ln>
        </p:spPr>
      </p:sp>
      <p:sp>
        <p:nvSpPr>
          <p:cNvPr id="415" name="rect"/>
          <p:cNvSpPr/>
          <p:nvPr/>
        </p:nvSpPr>
        <p:spPr>
          <a:xfrm>
            <a:off x="7847621" y="5903195"/>
            <a:ext cx="3398" cy="101927"/>
          </a:xfrm>
          <a:prstGeom prst="rect">
            <a:avLst/>
          </a:prstGeom>
          <a:solidFill>
            <a:srgbClr val="606060"/>
          </a:solidFill>
          <a:ln>
            <a:noFill/>
          </a:ln>
        </p:spPr>
      </p:sp>
      <p:sp>
        <p:nvSpPr>
          <p:cNvPr id="416" name="rect"/>
          <p:cNvSpPr/>
          <p:nvPr/>
        </p:nvSpPr>
        <p:spPr>
          <a:xfrm>
            <a:off x="7851018" y="5903195"/>
            <a:ext cx="3398" cy="101927"/>
          </a:xfrm>
          <a:prstGeom prst="rect">
            <a:avLst/>
          </a:prstGeom>
          <a:solidFill>
            <a:srgbClr val="606060"/>
          </a:solidFill>
          <a:ln>
            <a:noFill/>
          </a:ln>
        </p:spPr>
      </p:sp>
      <p:sp>
        <p:nvSpPr>
          <p:cNvPr id="417" name="rect"/>
          <p:cNvSpPr/>
          <p:nvPr/>
        </p:nvSpPr>
        <p:spPr>
          <a:xfrm>
            <a:off x="7854416" y="5903195"/>
            <a:ext cx="3398" cy="101927"/>
          </a:xfrm>
          <a:prstGeom prst="rect">
            <a:avLst/>
          </a:prstGeom>
          <a:solidFill>
            <a:srgbClr val="5F5F5F"/>
          </a:solidFill>
          <a:ln>
            <a:noFill/>
          </a:ln>
        </p:spPr>
      </p:sp>
      <p:sp>
        <p:nvSpPr>
          <p:cNvPr id="418" name="rect"/>
          <p:cNvSpPr/>
          <p:nvPr/>
        </p:nvSpPr>
        <p:spPr>
          <a:xfrm>
            <a:off x="7857814" y="5903195"/>
            <a:ext cx="3398" cy="101927"/>
          </a:xfrm>
          <a:prstGeom prst="rect">
            <a:avLst/>
          </a:prstGeom>
          <a:solidFill>
            <a:srgbClr val="5E5E5E"/>
          </a:solidFill>
          <a:ln>
            <a:noFill/>
          </a:ln>
        </p:spPr>
      </p:sp>
      <p:sp>
        <p:nvSpPr>
          <p:cNvPr id="419" name="rect"/>
          <p:cNvSpPr/>
          <p:nvPr/>
        </p:nvSpPr>
        <p:spPr>
          <a:xfrm>
            <a:off x="7861211" y="5903195"/>
            <a:ext cx="3398" cy="101927"/>
          </a:xfrm>
          <a:prstGeom prst="rect">
            <a:avLst/>
          </a:prstGeom>
          <a:solidFill>
            <a:srgbClr val="5E5E5E"/>
          </a:solidFill>
          <a:ln>
            <a:noFill/>
          </a:ln>
        </p:spPr>
      </p:sp>
      <p:sp>
        <p:nvSpPr>
          <p:cNvPr id="420" name="rect"/>
          <p:cNvSpPr/>
          <p:nvPr/>
        </p:nvSpPr>
        <p:spPr>
          <a:xfrm>
            <a:off x="7864609" y="5903195"/>
            <a:ext cx="3398" cy="101927"/>
          </a:xfrm>
          <a:prstGeom prst="rect">
            <a:avLst/>
          </a:prstGeom>
          <a:solidFill>
            <a:srgbClr val="5D5D5D"/>
          </a:solidFill>
          <a:ln>
            <a:noFill/>
          </a:ln>
        </p:spPr>
      </p:sp>
      <p:sp>
        <p:nvSpPr>
          <p:cNvPr id="421" name="rect"/>
          <p:cNvSpPr/>
          <p:nvPr/>
        </p:nvSpPr>
        <p:spPr>
          <a:xfrm>
            <a:off x="7868006" y="5903195"/>
            <a:ext cx="3398" cy="101927"/>
          </a:xfrm>
          <a:prstGeom prst="rect">
            <a:avLst/>
          </a:prstGeom>
          <a:solidFill>
            <a:srgbClr val="5D5D5D"/>
          </a:solidFill>
          <a:ln>
            <a:noFill/>
          </a:ln>
        </p:spPr>
      </p:sp>
      <p:sp>
        <p:nvSpPr>
          <p:cNvPr id="422" name="rect"/>
          <p:cNvSpPr/>
          <p:nvPr/>
        </p:nvSpPr>
        <p:spPr>
          <a:xfrm>
            <a:off x="7871404" y="5903195"/>
            <a:ext cx="3398" cy="101927"/>
          </a:xfrm>
          <a:prstGeom prst="rect">
            <a:avLst/>
          </a:prstGeom>
          <a:solidFill>
            <a:srgbClr val="5C5C5C"/>
          </a:solidFill>
          <a:ln>
            <a:noFill/>
          </a:ln>
        </p:spPr>
      </p:sp>
      <p:sp>
        <p:nvSpPr>
          <p:cNvPr id="423" name="rect"/>
          <p:cNvSpPr/>
          <p:nvPr/>
        </p:nvSpPr>
        <p:spPr>
          <a:xfrm>
            <a:off x="7874801" y="5903195"/>
            <a:ext cx="3398" cy="101927"/>
          </a:xfrm>
          <a:prstGeom prst="rect">
            <a:avLst/>
          </a:prstGeom>
          <a:solidFill>
            <a:srgbClr val="5C5C5C"/>
          </a:solidFill>
          <a:ln>
            <a:noFill/>
          </a:ln>
        </p:spPr>
      </p:sp>
      <p:sp>
        <p:nvSpPr>
          <p:cNvPr id="424" name="rect"/>
          <p:cNvSpPr/>
          <p:nvPr/>
        </p:nvSpPr>
        <p:spPr>
          <a:xfrm>
            <a:off x="7878199" y="5903195"/>
            <a:ext cx="3398" cy="101927"/>
          </a:xfrm>
          <a:prstGeom prst="rect">
            <a:avLst/>
          </a:prstGeom>
          <a:solidFill>
            <a:srgbClr val="5B5B5B"/>
          </a:solidFill>
          <a:ln>
            <a:noFill/>
          </a:ln>
        </p:spPr>
      </p:sp>
      <p:sp>
        <p:nvSpPr>
          <p:cNvPr id="425" name="rect"/>
          <p:cNvSpPr/>
          <p:nvPr/>
        </p:nvSpPr>
        <p:spPr>
          <a:xfrm>
            <a:off x="7881597" y="5903195"/>
            <a:ext cx="3398" cy="101927"/>
          </a:xfrm>
          <a:prstGeom prst="rect">
            <a:avLst/>
          </a:prstGeom>
          <a:solidFill>
            <a:srgbClr val="5B5B5B"/>
          </a:solidFill>
          <a:ln>
            <a:noFill/>
          </a:ln>
        </p:spPr>
      </p:sp>
      <p:sp>
        <p:nvSpPr>
          <p:cNvPr id="426" name="rect"/>
          <p:cNvSpPr/>
          <p:nvPr/>
        </p:nvSpPr>
        <p:spPr>
          <a:xfrm>
            <a:off x="7884994" y="5903195"/>
            <a:ext cx="3398" cy="101927"/>
          </a:xfrm>
          <a:prstGeom prst="rect">
            <a:avLst/>
          </a:prstGeom>
          <a:solidFill>
            <a:srgbClr val="5A5A5A"/>
          </a:solidFill>
          <a:ln>
            <a:noFill/>
          </a:ln>
        </p:spPr>
      </p:sp>
      <p:sp>
        <p:nvSpPr>
          <p:cNvPr id="427" name="rect"/>
          <p:cNvSpPr/>
          <p:nvPr/>
        </p:nvSpPr>
        <p:spPr>
          <a:xfrm>
            <a:off x="7888392" y="5903195"/>
            <a:ext cx="3398" cy="101927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428" name="rect"/>
          <p:cNvSpPr/>
          <p:nvPr/>
        </p:nvSpPr>
        <p:spPr>
          <a:xfrm>
            <a:off x="7891789" y="5903195"/>
            <a:ext cx="3398" cy="101927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429" name="rect"/>
          <p:cNvSpPr/>
          <p:nvPr/>
        </p:nvSpPr>
        <p:spPr>
          <a:xfrm>
            <a:off x="7895187" y="5903195"/>
            <a:ext cx="3398" cy="101927"/>
          </a:xfrm>
          <a:prstGeom prst="rect">
            <a:avLst/>
          </a:prstGeom>
          <a:solidFill>
            <a:srgbClr val="585858"/>
          </a:solidFill>
          <a:ln>
            <a:noFill/>
          </a:ln>
        </p:spPr>
      </p:sp>
      <p:sp>
        <p:nvSpPr>
          <p:cNvPr id="430" name="rect"/>
          <p:cNvSpPr/>
          <p:nvPr/>
        </p:nvSpPr>
        <p:spPr>
          <a:xfrm>
            <a:off x="7898584" y="5903195"/>
            <a:ext cx="3398" cy="101927"/>
          </a:xfrm>
          <a:prstGeom prst="rect">
            <a:avLst/>
          </a:prstGeom>
          <a:solidFill>
            <a:srgbClr val="585858"/>
          </a:solidFill>
          <a:ln>
            <a:noFill/>
          </a:ln>
        </p:spPr>
      </p:sp>
      <p:sp>
        <p:nvSpPr>
          <p:cNvPr id="431" name="rect"/>
          <p:cNvSpPr/>
          <p:nvPr/>
        </p:nvSpPr>
        <p:spPr>
          <a:xfrm>
            <a:off x="7901982" y="5903195"/>
            <a:ext cx="3398" cy="101927"/>
          </a:xfrm>
          <a:prstGeom prst="rect">
            <a:avLst/>
          </a:prstGeom>
          <a:solidFill>
            <a:srgbClr val="575757"/>
          </a:solidFill>
          <a:ln>
            <a:noFill/>
          </a:ln>
        </p:spPr>
      </p:sp>
      <p:sp>
        <p:nvSpPr>
          <p:cNvPr id="432" name="rect"/>
          <p:cNvSpPr/>
          <p:nvPr/>
        </p:nvSpPr>
        <p:spPr>
          <a:xfrm>
            <a:off x="7905379" y="5903195"/>
            <a:ext cx="3398" cy="101927"/>
          </a:xfrm>
          <a:prstGeom prst="rect">
            <a:avLst/>
          </a:prstGeom>
          <a:solidFill>
            <a:srgbClr val="575757"/>
          </a:solidFill>
          <a:ln>
            <a:noFill/>
          </a:ln>
        </p:spPr>
      </p:sp>
      <p:sp>
        <p:nvSpPr>
          <p:cNvPr id="433" name="rect"/>
          <p:cNvSpPr/>
          <p:nvPr/>
        </p:nvSpPr>
        <p:spPr>
          <a:xfrm>
            <a:off x="7908777" y="5903195"/>
            <a:ext cx="3398" cy="101927"/>
          </a:xfrm>
          <a:prstGeom prst="rect">
            <a:avLst/>
          </a:prstGeom>
          <a:solidFill>
            <a:srgbClr val="565656"/>
          </a:solidFill>
          <a:ln>
            <a:noFill/>
          </a:ln>
        </p:spPr>
      </p:sp>
      <p:sp>
        <p:nvSpPr>
          <p:cNvPr id="434" name="rect"/>
          <p:cNvSpPr/>
          <p:nvPr/>
        </p:nvSpPr>
        <p:spPr>
          <a:xfrm>
            <a:off x="7912175" y="5903195"/>
            <a:ext cx="3398" cy="101927"/>
          </a:xfrm>
          <a:prstGeom prst="rect">
            <a:avLst/>
          </a:prstGeom>
          <a:solidFill>
            <a:srgbClr val="565656"/>
          </a:solidFill>
          <a:ln>
            <a:noFill/>
          </a:ln>
        </p:spPr>
      </p:sp>
      <p:sp>
        <p:nvSpPr>
          <p:cNvPr id="435" name="rect"/>
          <p:cNvSpPr/>
          <p:nvPr/>
        </p:nvSpPr>
        <p:spPr>
          <a:xfrm>
            <a:off x="7915572" y="5903195"/>
            <a:ext cx="3398" cy="101927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436" name="rect"/>
          <p:cNvSpPr/>
          <p:nvPr/>
        </p:nvSpPr>
        <p:spPr>
          <a:xfrm>
            <a:off x="7918970" y="5903195"/>
            <a:ext cx="3398" cy="101927"/>
          </a:xfrm>
          <a:prstGeom prst="rect">
            <a:avLst/>
          </a:prstGeom>
          <a:solidFill>
            <a:srgbClr val="545454"/>
          </a:solidFill>
          <a:ln>
            <a:noFill/>
          </a:ln>
        </p:spPr>
      </p:sp>
      <p:sp>
        <p:nvSpPr>
          <p:cNvPr id="437" name="rect"/>
          <p:cNvSpPr/>
          <p:nvPr/>
        </p:nvSpPr>
        <p:spPr>
          <a:xfrm>
            <a:off x="7922367" y="5903195"/>
            <a:ext cx="3398" cy="101927"/>
          </a:xfrm>
          <a:prstGeom prst="rect">
            <a:avLst/>
          </a:prstGeom>
          <a:solidFill>
            <a:srgbClr val="545454"/>
          </a:solidFill>
          <a:ln>
            <a:noFill/>
          </a:ln>
        </p:spPr>
      </p:sp>
      <p:sp>
        <p:nvSpPr>
          <p:cNvPr id="438" name="rect"/>
          <p:cNvSpPr/>
          <p:nvPr/>
        </p:nvSpPr>
        <p:spPr>
          <a:xfrm>
            <a:off x="7925765" y="5903195"/>
            <a:ext cx="3398" cy="101927"/>
          </a:xfrm>
          <a:prstGeom prst="rect">
            <a:avLst/>
          </a:prstGeom>
          <a:solidFill>
            <a:srgbClr val="535353"/>
          </a:solidFill>
          <a:ln>
            <a:noFill/>
          </a:ln>
        </p:spPr>
      </p:sp>
      <p:sp>
        <p:nvSpPr>
          <p:cNvPr id="439" name="rect"/>
          <p:cNvSpPr/>
          <p:nvPr/>
        </p:nvSpPr>
        <p:spPr>
          <a:xfrm>
            <a:off x="7929162" y="5903195"/>
            <a:ext cx="3398" cy="101927"/>
          </a:xfrm>
          <a:prstGeom prst="rect">
            <a:avLst/>
          </a:prstGeom>
          <a:solidFill>
            <a:srgbClr val="535353"/>
          </a:solidFill>
          <a:ln>
            <a:noFill/>
          </a:ln>
        </p:spPr>
      </p:sp>
      <p:sp>
        <p:nvSpPr>
          <p:cNvPr id="440" name="rect"/>
          <p:cNvSpPr/>
          <p:nvPr/>
        </p:nvSpPr>
        <p:spPr>
          <a:xfrm>
            <a:off x="7932560" y="5903195"/>
            <a:ext cx="3398" cy="101927"/>
          </a:xfrm>
          <a:prstGeom prst="rect">
            <a:avLst/>
          </a:prstGeom>
          <a:solidFill>
            <a:srgbClr val="525252"/>
          </a:solidFill>
          <a:ln>
            <a:noFill/>
          </a:ln>
        </p:spPr>
      </p:sp>
      <p:sp>
        <p:nvSpPr>
          <p:cNvPr id="441" name="rect"/>
          <p:cNvSpPr/>
          <p:nvPr/>
        </p:nvSpPr>
        <p:spPr>
          <a:xfrm>
            <a:off x="7935958" y="5903195"/>
            <a:ext cx="3398" cy="101927"/>
          </a:xfrm>
          <a:prstGeom prst="rect">
            <a:avLst/>
          </a:prstGeom>
          <a:solidFill>
            <a:srgbClr val="525252"/>
          </a:solidFill>
          <a:ln>
            <a:noFill/>
          </a:ln>
        </p:spPr>
      </p:sp>
      <p:sp>
        <p:nvSpPr>
          <p:cNvPr id="442" name="rect"/>
          <p:cNvSpPr/>
          <p:nvPr/>
        </p:nvSpPr>
        <p:spPr>
          <a:xfrm>
            <a:off x="7939355" y="5903195"/>
            <a:ext cx="3398" cy="101927"/>
          </a:xfrm>
          <a:prstGeom prst="rect">
            <a:avLst/>
          </a:prstGeom>
          <a:solidFill>
            <a:srgbClr val="515151"/>
          </a:solidFill>
          <a:ln>
            <a:noFill/>
          </a:ln>
        </p:spPr>
      </p:sp>
      <p:sp>
        <p:nvSpPr>
          <p:cNvPr id="443" name="rect"/>
          <p:cNvSpPr/>
          <p:nvPr/>
        </p:nvSpPr>
        <p:spPr>
          <a:xfrm>
            <a:off x="7942753" y="5903195"/>
            <a:ext cx="3398" cy="101927"/>
          </a:xfrm>
          <a:prstGeom prst="rect">
            <a:avLst/>
          </a:prstGeom>
          <a:solidFill>
            <a:srgbClr val="515151"/>
          </a:solidFill>
          <a:ln>
            <a:noFill/>
          </a:ln>
        </p:spPr>
      </p:sp>
      <p:sp>
        <p:nvSpPr>
          <p:cNvPr id="444" name="rect"/>
          <p:cNvSpPr/>
          <p:nvPr/>
        </p:nvSpPr>
        <p:spPr>
          <a:xfrm>
            <a:off x="7946150" y="5903195"/>
            <a:ext cx="3398" cy="101927"/>
          </a:xfrm>
          <a:prstGeom prst="rect">
            <a:avLst/>
          </a:prstGeom>
          <a:solidFill>
            <a:srgbClr val="505050"/>
          </a:solidFill>
          <a:ln>
            <a:noFill/>
          </a:ln>
        </p:spPr>
      </p:sp>
      <p:sp>
        <p:nvSpPr>
          <p:cNvPr id="445" name="rect"/>
          <p:cNvSpPr/>
          <p:nvPr/>
        </p:nvSpPr>
        <p:spPr>
          <a:xfrm>
            <a:off x="7949548" y="5903195"/>
            <a:ext cx="3398" cy="101927"/>
          </a:xfrm>
          <a:prstGeom prst="rect">
            <a:avLst/>
          </a:prstGeom>
          <a:solidFill>
            <a:srgbClr val="4F4F4F"/>
          </a:solidFill>
          <a:ln>
            <a:noFill/>
          </a:ln>
        </p:spPr>
      </p:sp>
      <p:sp>
        <p:nvSpPr>
          <p:cNvPr id="446" name="rect"/>
          <p:cNvSpPr/>
          <p:nvPr/>
        </p:nvSpPr>
        <p:spPr>
          <a:xfrm>
            <a:off x="7952945" y="5903195"/>
            <a:ext cx="3398" cy="101927"/>
          </a:xfrm>
          <a:prstGeom prst="rect">
            <a:avLst/>
          </a:prstGeom>
          <a:solidFill>
            <a:srgbClr val="4F4F4F"/>
          </a:solidFill>
          <a:ln>
            <a:noFill/>
          </a:ln>
        </p:spPr>
      </p:sp>
      <p:sp>
        <p:nvSpPr>
          <p:cNvPr id="447" name="rect"/>
          <p:cNvSpPr/>
          <p:nvPr/>
        </p:nvSpPr>
        <p:spPr>
          <a:xfrm>
            <a:off x="7956343" y="5903195"/>
            <a:ext cx="3398" cy="101927"/>
          </a:xfrm>
          <a:prstGeom prst="rect">
            <a:avLst/>
          </a:prstGeom>
          <a:solidFill>
            <a:srgbClr val="4E4E4E"/>
          </a:solidFill>
          <a:ln>
            <a:noFill/>
          </a:ln>
        </p:spPr>
      </p:sp>
      <p:sp>
        <p:nvSpPr>
          <p:cNvPr id="448" name="rect"/>
          <p:cNvSpPr/>
          <p:nvPr/>
        </p:nvSpPr>
        <p:spPr>
          <a:xfrm>
            <a:off x="7959741" y="5903195"/>
            <a:ext cx="3398" cy="101927"/>
          </a:xfrm>
          <a:prstGeom prst="rect">
            <a:avLst/>
          </a:prstGeom>
          <a:solidFill>
            <a:srgbClr val="4E4E4E"/>
          </a:solidFill>
          <a:ln>
            <a:noFill/>
          </a:ln>
        </p:spPr>
      </p:sp>
      <p:sp>
        <p:nvSpPr>
          <p:cNvPr id="449" name="rect"/>
          <p:cNvSpPr/>
          <p:nvPr/>
        </p:nvSpPr>
        <p:spPr>
          <a:xfrm>
            <a:off x="7963138" y="5903195"/>
            <a:ext cx="3398" cy="101927"/>
          </a:xfrm>
          <a:prstGeom prst="rect">
            <a:avLst/>
          </a:prstGeom>
          <a:solidFill>
            <a:srgbClr val="4D4D4D"/>
          </a:solidFill>
          <a:ln>
            <a:noFill/>
          </a:ln>
        </p:spPr>
      </p:sp>
      <p:sp>
        <p:nvSpPr>
          <p:cNvPr id="450" name="rect"/>
          <p:cNvSpPr/>
          <p:nvPr/>
        </p:nvSpPr>
        <p:spPr>
          <a:xfrm>
            <a:off x="7966536" y="5903195"/>
            <a:ext cx="3398" cy="101927"/>
          </a:xfrm>
          <a:prstGeom prst="rect">
            <a:avLst/>
          </a:prstGeom>
          <a:solidFill>
            <a:srgbClr val="4D4D4D"/>
          </a:solidFill>
          <a:ln>
            <a:noFill/>
          </a:ln>
        </p:spPr>
      </p:sp>
      <p:sp>
        <p:nvSpPr>
          <p:cNvPr id="451" name="rect"/>
          <p:cNvSpPr/>
          <p:nvPr/>
        </p:nvSpPr>
        <p:spPr>
          <a:xfrm>
            <a:off x="7969933" y="5903195"/>
            <a:ext cx="3398" cy="101927"/>
          </a:xfrm>
          <a:prstGeom prst="rect">
            <a:avLst/>
          </a:prstGeom>
          <a:solidFill>
            <a:srgbClr val="4C4C4C"/>
          </a:solidFill>
          <a:ln>
            <a:noFill/>
          </a:ln>
        </p:spPr>
      </p:sp>
      <p:sp>
        <p:nvSpPr>
          <p:cNvPr id="452" name="rect"/>
          <p:cNvSpPr/>
          <p:nvPr/>
        </p:nvSpPr>
        <p:spPr>
          <a:xfrm>
            <a:off x="7973331" y="5903195"/>
            <a:ext cx="3398" cy="101927"/>
          </a:xfrm>
          <a:prstGeom prst="rect">
            <a:avLst/>
          </a:prstGeom>
          <a:solidFill>
            <a:srgbClr val="4C4C4C"/>
          </a:solidFill>
          <a:ln>
            <a:noFill/>
          </a:ln>
        </p:spPr>
      </p:sp>
      <p:sp>
        <p:nvSpPr>
          <p:cNvPr id="453" name="rect"/>
          <p:cNvSpPr/>
          <p:nvPr/>
        </p:nvSpPr>
        <p:spPr>
          <a:xfrm>
            <a:off x="7976728" y="5903195"/>
            <a:ext cx="3398" cy="101927"/>
          </a:xfrm>
          <a:prstGeom prst="rect">
            <a:avLst/>
          </a:prstGeom>
          <a:solidFill>
            <a:srgbClr val="4B4B4B"/>
          </a:solidFill>
          <a:ln>
            <a:noFill/>
          </a:ln>
        </p:spPr>
      </p:sp>
      <p:sp>
        <p:nvSpPr>
          <p:cNvPr id="454" name="rect"/>
          <p:cNvSpPr/>
          <p:nvPr/>
        </p:nvSpPr>
        <p:spPr>
          <a:xfrm>
            <a:off x="7980126" y="5903195"/>
            <a:ext cx="3398" cy="101927"/>
          </a:xfrm>
          <a:prstGeom prst="rect">
            <a:avLst/>
          </a:prstGeom>
          <a:solidFill>
            <a:srgbClr val="4A4A4A"/>
          </a:solidFill>
          <a:ln>
            <a:noFill/>
          </a:ln>
        </p:spPr>
      </p:sp>
      <p:sp>
        <p:nvSpPr>
          <p:cNvPr id="455" name="rect"/>
          <p:cNvSpPr/>
          <p:nvPr/>
        </p:nvSpPr>
        <p:spPr>
          <a:xfrm>
            <a:off x="7983524" y="5903195"/>
            <a:ext cx="3398" cy="101927"/>
          </a:xfrm>
          <a:prstGeom prst="rect">
            <a:avLst/>
          </a:prstGeom>
          <a:solidFill>
            <a:srgbClr val="4A4A4A"/>
          </a:solidFill>
          <a:ln>
            <a:noFill/>
          </a:ln>
        </p:spPr>
      </p:sp>
      <p:sp>
        <p:nvSpPr>
          <p:cNvPr id="456" name="rect"/>
          <p:cNvSpPr/>
          <p:nvPr/>
        </p:nvSpPr>
        <p:spPr>
          <a:xfrm>
            <a:off x="7986921" y="5903195"/>
            <a:ext cx="3398" cy="101927"/>
          </a:xfrm>
          <a:prstGeom prst="rect">
            <a:avLst/>
          </a:prstGeom>
          <a:solidFill>
            <a:srgbClr val="494949"/>
          </a:solidFill>
          <a:ln>
            <a:noFill/>
          </a:ln>
        </p:spPr>
      </p:sp>
      <p:sp>
        <p:nvSpPr>
          <p:cNvPr id="457" name="rect"/>
          <p:cNvSpPr/>
          <p:nvPr/>
        </p:nvSpPr>
        <p:spPr>
          <a:xfrm>
            <a:off x="7990319" y="5903195"/>
            <a:ext cx="3398" cy="101927"/>
          </a:xfrm>
          <a:prstGeom prst="rect">
            <a:avLst/>
          </a:prstGeom>
          <a:solidFill>
            <a:srgbClr val="494949"/>
          </a:solidFill>
          <a:ln>
            <a:noFill/>
          </a:ln>
        </p:spPr>
      </p:sp>
      <p:sp>
        <p:nvSpPr>
          <p:cNvPr id="458" name="rect"/>
          <p:cNvSpPr/>
          <p:nvPr/>
        </p:nvSpPr>
        <p:spPr>
          <a:xfrm>
            <a:off x="7993716" y="5903195"/>
            <a:ext cx="3398" cy="101927"/>
          </a:xfrm>
          <a:prstGeom prst="rect">
            <a:avLst/>
          </a:prstGeom>
          <a:solidFill>
            <a:srgbClr val="484848"/>
          </a:solidFill>
          <a:ln>
            <a:noFill/>
          </a:ln>
        </p:spPr>
      </p:sp>
      <p:sp>
        <p:nvSpPr>
          <p:cNvPr id="459" name="rect"/>
          <p:cNvSpPr/>
          <p:nvPr/>
        </p:nvSpPr>
        <p:spPr>
          <a:xfrm>
            <a:off x="7997114" y="5903195"/>
            <a:ext cx="3398" cy="101927"/>
          </a:xfrm>
          <a:prstGeom prst="rect">
            <a:avLst/>
          </a:prstGeom>
          <a:solidFill>
            <a:srgbClr val="484848"/>
          </a:solidFill>
          <a:ln>
            <a:noFill/>
          </a:ln>
        </p:spPr>
      </p:sp>
      <p:sp>
        <p:nvSpPr>
          <p:cNvPr id="460" name="rect"/>
          <p:cNvSpPr/>
          <p:nvPr/>
        </p:nvSpPr>
        <p:spPr>
          <a:xfrm>
            <a:off x="8000511" y="5903195"/>
            <a:ext cx="3398" cy="101927"/>
          </a:xfrm>
          <a:prstGeom prst="rect">
            <a:avLst/>
          </a:prstGeom>
          <a:solidFill>
            <a:srgbClr val="474747"/>
          </a:solidFill>
          <a:ln>
            <a:noFill/>
          </a:ln>
        </p:spPr>
      </p:sp>
      <p:sp>
        <p:nvSpPr>
          <p:cNvPr id="461" name="rect"/>
          <p:cNvSpPr/>
          <p:nvPr/>
        </p:nvSpPr>
        <p:spPr>
          <a:xfrm>
            <a:off x="8003909" y="5903195"/>
            <a:ext cx="3398" cy="101927"/>
          </a:xfrm>
          <a:prstGeom prst="rect">
            <a:avLst/>
          </a:prstGeom>
          <a:solidFill>
            <a:srgbClr val="474747"/>
          </a:solidFill>
          <a:ln>
            <a:noFill/>
          </a:ln>
        </p:spPr>
      </p:sp>
      <p:sp>
        <p:nvSpPr>
          <p:cNvPr id="462" name="rect"/>
          <p:cNvSpPr/>
          <p:nvPr/>
        </p:nvSpPr>
        <p:spPr>
          <a:xfrm>
            <a:off x="8007307" y="5903195"/>
            <a:ext cx="3398" cy="101927"/>
          </a:xfrm>
          <a:prstGeom prst="rect">
            <a:avLst/>
          </a:prstGeom>
          <a:solidFill>
            <a:srgbClr val="464646"/>
          </a:solidFill>
          <a:ln>
            <a:noFill/>
          </a:ln>
        </p:spPr>
      </p:sp>
      <p:sp>
        <p:nvSpPr>
          <p:cNvPr id="463" name="rect"/>
          <p:cNvSpPr/>
          <p:nvPr/>
        </p:nvSpPr>
        <p:spPr>
          <a:xfrm>
            <a:off x="8010704" y="5903195"/>
            <a:ext cx="3398" cy="101927"/>
          </a:xfrm>
          <a:prstGeom prst="rect">
            <a:avLst/>
          </a:prstGeom>
          <a:solidFill>
            <a:srgbClr val="454545"/>
          </a:solidFill>
          <a:ln>
            <a:noFill/>
          </a:ln>
        </p:spPr>
      </p:sp>
      <p:sp>
        <p:nvSpPr>
          <p:cNvPr id="464" name="rect"/>
          <p:cNvSpPr/>
          <p:nvPr/>
        </p:nvSpPr>
        <p:spPr>
          <a:xfrm>
            <a:off x="8014102" y="5903195"/>
            <a:ext cx="3398" cy="101927"/>
          </a:xfrm>
          <a:prstGeom prst="rect">
            <a:avLst/>
          </a:prstGeom>
          <a:solidFill>
            <a:srgbClr val="454545"/>
          </a:solidFill>
          <a:ln>
            <a:noFill/>
          </a:ln>
        </p:spPr>
      </p:sp>
      <p:sp>
        <p:nvSpPr>
          <p:cNvPr id="465" name="rect"/>
          <p:cNvSpPr/>
          <p:nvPr/>
        </p:nvSpPr>
        <p:spPr>
          <a:xfrm>
            <a:off x="8017499" y="5903195"/>
            <a:ext cx="3398" cy="101927"/>
          </a:xfrm>
          <a:prstGeom prst="rect">
            <a:avLst/>
          </a:prstGeom>
          <a:solidFill>
            <a:srgbClr val="444444"/>
          </a:solidFill>
          <a:ln>
            <a:noFill/>
          </a:ln>
        </p:spPr>
      </p:sp>
      <p:sp>
        <p:nvSpPr>
          <p:cNvPr id="466" name="rect"/>
          <p:cNvSpPr/>
          <p:nvPr/>
        </p:nvSpPr>
        <p:spPr>
          <a:xfrm>
            <a:off x="8020897" y="5903195"/>
            <a:ext cx="3398" cy="101927"/>
          </a:xfrm>
          <a:prstGeom prst="rect">
            <a:avLst/>
          </a:prstGeom>
          <a:solidFill>
            <a:srgbClr val="444444"/>
          </a:solidFill>
          <a:ln>
            <a:noFill/>
          </a:ln>
        </p:spPr>
      </p:sp>
      <p:sp>
        <p:nvSpPr>
          <p:cNvPr id="467" name="rect"/>
          <p:cNvSpPr/>
          <p:nvPr/>
        </p:nvSpPr>
        <p:spPr>
          <a:xfrm>
            <a:off x="8024294" y="5903195"/>
            <a:ext cx="3398" cy="101927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468" name="rect"/>
          <p:cNvSpPr/>
          <p:nvPr/>
        </p:nvSpPr>
        <p:spPr>
          <a:xfrm>
            <a:off x="8027692" y="5903195"/>
            <a:ext cx="3398" cy="101927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469" name="rect"/>
          <p:cNvSpPr/>
          <p:nvPr/>
        </p:nvSpPr>
        <p:spPr>
          <a:xfrm>
            <a:off x="8031089" y="5903195"/>
            <a:ext cx="3398" cy="101927"/>
          </a:xfrm>
          <a:prstGeom prst="rect">
            <a:avLst/>
          </a:prstGeom>
          <a:solidFill>
            <a:srgbClr val="424242"/>
          </a:solidFill>
          <a:ln>
            <a:noFill/>
          </a:ln>
        </p:spPr>
      </p:sp>
      <p:sp>
        <p:nvSpPr>
          <p:cNvPr id="470" name="rect"/>
          <p:cNvSpPr/>
          <p:nvPr/>
        </p:nvSpPr>
        <p:spPr>
          <a:xfrm>
            <a:off x="8034487" y="5903195"/>
            <a:ext cx="3398" cy="101927"/>
          </a:xfrm>
          <a:prstGeom prst="rect">
            <a:avLst/>
          </a:prstGeom>
          <a:solidFill>
            <a:srgbClr val="424242"/>
          </a:solidFill>
          <a:ln>
            <a:noFill/>
          </a:ln>
        </p:spPr>
      </p:sp>
      <p:sp>
        <p:nvSpPr>
          <p:cNvPr id="471" name="rect"/>
          <p:cNvSpPr/>
          <p:nvPr/>
        </p:nvSpPr>
        <p:spPr>
          <a:xfrm>
            <a:off x="8037885" y="5903195"/>
            <a:ext cx="3398" cy="101927"/>
          </a:xfrm>
          <a:prstGeom prst="rect">
            <a:avLst/>
          </a:prstGeom>
          <a:solidFill>
            <a:srgbClr val="414141"/>
          </a:solidFill>
          <a:ln>
            <a:noFill/>
          </a:ln>
        </p:spPr>
      </p:sp>
      <p:sp>
        <p:nvSpPr>
          <p:cNvPr id="472" name="rect"/>
          <p:cNvSpPr/>
          <p:nvPr/>
        </p:nvSpPr>
        <p:spPr>
          <a:xfrm>
            <a:off x="8041282" y="5903195"/>
            <a:ext cx="3398" cy="101927"/>
          </a:xfrm>
          <a:prstGeom prst="rect">
            <a:avLst/>
          </a:prstGeom>
          <a:solidFill>
            <a:srgbClr val="404040"/>
          </a:solidFill>
          <a:ln>
            <a:noFill/>
          </a:ln>
        </p:spPr>
      </p:sp>
      <p:sp>
        <p:nvSpPr>
          <p:cNvPr id="473" name="rect"/>
          <p:cNvSpPr/>
          <p:nvPr/>
        </p:nvSpPr>
        <p:spPr>
          <a:xfrm>
            <a:off x="8044680" y="5903195"/>
            <a:ext cx="3398" cy="101927"/>
          </a:xfrm>
          <a:prstGeom prst="rect">
            <a:avLst/>
          </a:prstGeom>
          <a:solidFill>
            <a:srgbClr val="404040"/>
          </a:solidFill>
          <a:ln>
            <a:noFill/>
          </a:ln>
        </p:spPr>
      </p:sp>
      <p:sp>
        <p:nvSpPr>
          <p:cNvPr id="474" name="rect"/>
          <p:cNvSpPr/>
          <p:nvPr/>
        </p:nvSpPr>
        <p:spPr>
          <a:xfrm>
            <a:off x="8048077" y="5903195"/>
            <a:ext cx="3398" cy="101927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sp>
      <p:sp>
        <p:nvSpPr>
          <p:cNvPr id="475" name="rect"/>
          <p:cNvSpPr/>
          <p:nvPr/>
        </p:nvSpPr>
        <p:spPr>
          <a:xfrm>
            <a:off x="8051475" y="5903195"/>
            <a:ext cx="3398" cy="101927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sp>
      <p:sp>
        <p:nvSpPr>
          <p:cNvPr id="476" name="rect"/>
          <p:cNvSpPr/>
          <p:nvPr/>
        </p:nvSpPr>
        <p:spPr>
          <a:xfrm>
            <a:off x="8054872" y="5903195"/>
            <a:ext cx="3398" cy="101927"/>
          </a:xfrm>
          <a:prstGeom prst="rect">
            <a:avLst/>
          </a:prstGeom>
          <a:solidFill>
            <a:srgbClr val="3E3E3E"/>
          </a:solidFill>
          <a:ln>
            <a:noFill/>
          </a:ln>
        </p:spPr>
      </p:sp>
      <p:sp>
        <p:nvSpPr>
          <p:cNvPr id="477" name="rect"/>
          <p:cNvSpPr/>
          <p:nvPr/>
        </p:nvSpPr>
        <p:spPr>
          <a:xfrm>
            <a:off x="8058270" y="5903195"/>
            <a:ext cx="3398" cy="101927"/>
          </a:xfrm>
          <a:prstGeom prst="rect">
            <a:avLst/>
          </a:prstGeom>
          <a:solidFill>
            <a:srgbClr val="3E3E3E"/>
          </a:solidFill>
          <a:ln>
            <a:noFill/>
          </a:ln>
        </p:spPr>
      </p:sp>
      <p:sp>
        <p:nvSpPr>
          <p:cNvPr id="478" name="rect"/>
          <p:cNvSpPr/>
          <p:nvPr/>
        </p:nvSpPr>
        <p:spPr>
          <a:xfrm>
            <a:off x="8061668" y="5903195"/>
            <a:ext cx="3398" cy="101927"/>
          </a:xfrm>
          <a:prstGeom prst="rect">
            <a:avLst/>
          </a:prstGeom>
          <a:solidFill>
            <a:srgbClr val="3D3D3D"/>
          </a:solidFill>
          <a:ln>
            <a:noFill/>
          </a:ln>
        </p:spPr>
      </p:sp>
      <p:sp>
        <p:nvSpPr>
          <p:cNvPr id="479" name="rect"/>
          <p:cNvSpPr/>
          <p:nvPr/>
        </p:nvSpPr>
        <p:spPr>
          <a:xfrm>
            <a:off x="8065065" y="5903195"/>
            <a:ext cx="3398" cy="101927"/>
          </a:xfrm>
          <a:prstGeom prst="rect">
            <a:avLst/>
          </a:prstGeom>
          <a:solidFill>
            <a:srgbClr val="3D3D3D"/>
          </a:solidFill>
          <a:ln>
            <a:noFill/>
          </a:ln>
        </p:spPr>
      </p:sp>
      <p:sp>
        <p:nvSpPr>
          <p:cNvPr id="480" name="rect"/>
          <p:cNvSpPr/>
          <p:nvPr/>
        </p:nvSpPr>
        <p:spPr>
          <a:xfrm>
            <a:off x="8068463" y="5903195"/>
            <a:ext cx="3398" cy="101927"/>
          </a:xfrm>
          <a:prstGeom prst="rect">
            <a:avLst/>
          </a:prstGeom>
          <a:solidFill>
            <a:srgbClr val="3C3C3C"/>
          </a:solidFill>
          <a:ln>
            <a:noFill/>
          </a:ln>
        </p:spPr>
      </p:sp>
      <p:sp>
        <p:nvSpPr>
          <p:cNvPr id="481" name="rect"/>
          <p:cNvSpPr/>
          <p:nvPr/>
        </p:nvSpPr>
        <p:spPr>
          <a:xfrm>
            <a:off x="8071860" y="5903195"/>
            <a:ext cx="3398" cy="101927"/>
          </a:xfrm>
          <a:prstGeom prst="rect">
            <a:avLst/>
          </a:prstGeom>
          <a:solidFill>
            <a:srgbClr val="3B3B3B"/>
          </a:solidFill>
          <a:ln>
            <a:noFill/>
          </a:ln>
        </p:spPr>
      </p:sp>
      <p:sp>
        <p:nvSpPr>
          <p:cNvPr id="482" name="rect"/>
          <p:cNvSpPr/>
          <p:nvPr/>
        </p:nvSpPr>
        <p:spPr>
          <a:xfrm>
            <a:off x="8075258" y="5903195"/>
            <a:ext cx="3398" cy="101927"/>
          </a:xfrm>
          <a:prstGeom prst="rect">
            <a:avLst/>
          </a:prstGeom>
          <a:solidFill>
            <a:srgbClr val="3B3B3B"/>
          </a:solidFill>
          <a:ln>
            <a:noFill/>
          </a:ln>
        </p:spPr>
      </p:sp>
      <p:sp>
        <p:nvSpPr>
          <p:cNvPr id="483" name="rect"/>
          <p:cNvSpPr/>
          <p:nvPr/>
        </p:nvSpPr>
        <p:spPr>
          <a:xfrm>
            <a:off x="8078655" y="5903195"/>
            <a:ext cx="3398" cy="101927"/>
          </a:xfrm>
          <a:prstGeom prst="rect">
            <a:avLst/>
          </a:prstGeom>
          <a:solidFill>
            <a:srgbClr val="3A3A3A"/>
          </a:solidFill>
          <a:ln>
            <a:noFill/>
          </a:ln>
        </p:spPr>
      </p:sp>
      <p:sp>
        <p:nvSpPr>
          <p:cNvPr id="484" name="rect"/>
          <p:cNvSpPr/>
          <p:nvPr/>
        </p:nvSpPr>
        <p:spPr>
          <a:xfrm>
            <a:off x="8082053" y="5903195"/>
            <a:ext cx="3398" cy="101927"/>
          </a:xfrm>
          <a:prstGeom prst="rect">
            <a:avLst/>
          </a:prstGeom>
          <a:solidFill>
            <a:srgbClr val="3A3A3A"/>
          </a:solidFill>
          <a:ln>
            <a:noFill/>
          </a:ln>
        </p:spPr>
      </p:sp>
      <p:sp>
        <p:nvSpPr>
          <p:cNvPr id="485" name="rect"/>
          <p:cNvSpPr/>
          <p:nvPr/>
        </p:nvSpPr>
        <p:spPr>
          <a:xfrm>
            <a:off x="8085451" y="5903195"/>
            <a:ext cx="3398" cy="101927"/>
          </a:xfrm>
          <a:prstGeom prst="rect">
            <a:avLst/>
          </a:prstGeom>
          <a:solidFill>
            <a:srgbClr val="393939"/>
          </a:solidFill>
          <a:ln>
            <a:noFill/>
          </a:ln>
        </p:spPr>
      </p:sp>
      <p:sp>
        <p:nvSpPr>
          <p:cNvPr id="486" name="rect"/>
          <p:cNvSpPr/>
          <p:nvPr/>
        </p:nvSpPr>
        <p:spPr>
          <a:xfrm>
            <a:off x="8088848" y="5903195"/>
            <a:ext cx="3398" cy="101927"/>
          </a:xfrm>
          <a:prstGeom prst="rect">
            <a:avLst/>
          </a:prstGeom>
          <a:solidFill>
            <a:srgbClr val="393939"/>
          </a:solidFill>
          <a:ln>
            <a:noFill/>
          </a:ln>
        </p:spPr>
      </p:sp>
      <p:sp>
        <p:nvSpPr>
          <p:cNvPr id="487" name="rect"/>
          <p:cNvSpPr/>
          <p:nvPr/>
        </p:nvSpPr>
        <p:spPr>
          <a:xfrm>
            <a:off x="8092246" y="5903195"/>
            <a:ext cx="3398" cy="101927"/>
          </a:xfrm>
          <a:prstGeom prst="rect">
            <a:avLst/>
          </a:prstGeom>
          <a:solidFill>
            <a:srgbClr val="383838"/>
          </a:solidFill>
          <a:ln>
            <a:noFill/>
          </a:ln>
        </p:spPr>
      </p:sp>
      <p:sp>
        <p:nvSpPr>
          <p:cNvPr id="488" name="rect"/>
          <p:cNvSpPr/>
          <p:nvPr/>
        </p:nvSpPr>
        <p:spPr>
          <a:xfrm>
            <a:off x="8095643" y="5903195"/>
            <a:ext cx="3398" cy="101927"/>
          </a:xfrm>
          <a:prstGeom prst="rect">
            <a:avLst/>
          </a:prstGeom>
          <a:solidFill>
            <a:srgbClr val="383838"/>
          </a:solidFill>
          <a:ln>
            <a:noFill/>
          </a:ln>
        </p:spPr>
      </p:sp>
      <p:sp>
        <p:nvSpPr>
          <p:cNvPr id="489" name="rect"/>
          <p:cNvSpPr/>
          <p:nvPr/>
        </p:nvSpPr>
        <p:spPr>
          <a:xfrm>
            <a:off x="8099041" y="5903195"/>
            <a:ext cx="3398" cy="101927"/>
          </a:xfrm>
          <a:prstGeom prst="rect">
            <a:avLst/>
          </a:prstGeom>
          <a:solidFill>
            <a:srgbClr val="373737"/>
          </a:solidFill>
          <a:ln>
            <a:noFill/>
          </a:ln>
        </p:spPr>
      </p:sp>
      <p:sp>
        <p:nvSpPr>
          <p:cNvPr id="490" name="rect"/>
          <p:cNvSpPr/>
          <p:nvPr/>
        </p:nvSpPr>
        <p:spPr>
          <a:xfrm>
            <a:off x="8102438" y="5903195"/>
            <a:ext cx="3398" cy="101927"/>
          </a:xfrm>
          <a:prstGeom prst="rect">
            <a:avLst/>
          </a:prstGeom>
          <a:solidFill>
            <a:srgbClr val="363636"/>
          </a:solidFill>
          <a:ln>
            <a:noFill/>
          </a:ln>
        </p:spPr>
      </p:sp>
      <p:sp>
        <p:nvSpPr>
          <p:cNvPr id="491" name="rect"/>
          <p:cNvSpPr/>
          <p:nvPr/>
        </p:nvSpPr>
        <p:spPr>
          <a:xfrm>
            <a:off x="8105836" y="5903195"/>
            <a:ext cx="3398" cy="101927"/>
          </a:xfrm>
          <a:prstGeom prst="rect">
            <a:avLst/>
          </a:prstGeom>
          <a:solidFill>
            <a:srgbClr val="363636"/>
          </a:solidFill>
          <a:ln>
            <a:noFill/>
          </a:ln>
        </p:spPr>
      </p:sp>
      <p:sp>
        <p:nvSpPr>
          <p:cNvPr id="492" name="rect"/>
          <p:cNvSpPr/>
          <p:nvPr/>
        </p:nvSpPr>
        <p:spPr>
          <a:xfrm>
            <a:off x="8109234" y="5903195"/>
            <a:ext cx="3398" cy="101927"/>
          </a:xfrm>
          <a:prstGeom prst="rect">
            <a:avLst/>
          </a:prstGeom>
          <a:solidFill>
            <a:srgbClr val="353535"/>
          </a:solidFill>
          <a:ln>
            <a:noFill/>
          </a:ln>
        </p:spPr>
      </p:sp>
      <p:sp>
        <p:nvSpPr>
          <p:cNvPr id="493" name="rect"/>
          <p:cNvSpPr/>
          <p:nvPr/>
        </p:nvSpPr>
        <p:spPr>
          <a:xfrm>
            <a:off x="8112631" y="5903195"/>
            <a:ext cx="3398" cy="101927"/>
          </a:xfrm>
          <a:prstGeom prst="rect">
            <a:avLst/>
          </a:prstGeom>
          <a:solidFill>
            <a:srgbClr val="353535"/>
          </a:solidFill>
          <a:ln>
            <a:noFill/>
          </a:ln>
        </p:spPr>
      </p:sp>
      <p:sp>
        <p:nvSpPr>
          <p:cNvPr id="494" name="rect"/>
          <p:cNvSpPr/>
          <p:nvPr/>
        </p:nvSpPr>
        <p:spPr>
          <a:xfrm>
            <a:off x="8116029" y="5903195"/>
            <a:ext cx="3398" cy="101927"/>
          </a:xfrm>
          <a:prstGeom prst="rect">
            <a:avLst/>
          </a:prstGeom>
          <a:solidFill>
            <a:srgbClr val="343434"/>
          </a:solidFill>
          <a:ln>
            <a:noFill/>
          </a:ln>
        </p:spPr>
      </p:sp>
      <p:sp>
        <p:nvSpPr>
          <p:cNvPr id="495" name="rect"/>
          <p:cNvSpPr/>
          <p:nvPr/>
        </p:nvSpPr>
        <p:spPr>
          <a:xfrm>
            <a:off x="8119426" y="5903195"/>
            <a:ext cx="3398" cy="101927"/>
          </a:xfrm>
          <a:prstGeom prst="rect">
            <a:avLst/>
          </a:prstGeom>
          <a:solidFill>
            <a:srgbClr val="343434"/>
          </a:solidFill>
          <a:ln>
            <a:noFill/>
          </a:ln>
        </p:spPr>
      </p:sp>
      <p:sp>
        <p:nvSpPr>
          <p:cNvPr id="496" name="rect"/>
          <p:cNvSpPr/>
          <p:nvPr/>
        </p:nvSpPr>
        <p:spPr>
          <a:xfrm>
            <a:off x="8122824" y="5903195"/>
            <a:ext cx="3398" cy="101927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97" name="rect"/>
          <p:cNvSpPr/>
          <p:nvPr/>
        </p:nvSpPr>
        <p:spPr>
          <a:xfrm>
            <a:off x="8126221" y="5903195"/>
            <a:ext cx="3398" cy="101927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98" name="rect"/>
          <p:cNvSpPr/>
          <p:nvPr/>
        </p:nvSpPr>
        <p:spPr>
          <a:xfrm>
            <a:off x="8129619" y="5903195"/>
            <a:ext cx="3398" cy="101927"/>
          </a:xfrm>
          <a:prstGeom prst="rect">
            <a:avLst/>
          </a:prstGeom>
          <a:solidFill>
            <a:srgbClr val="323232"/>
          </a:solidFill>
          <a:ln>
            <a:noFill/>
          </a:ln>
        </p:spPr>
      </p:sp>
      <p:sp>
        <p:nvSpPr>
          <p:cNvPr id="499" name="rect"/>
          <p:cNvSpPr/>
          <p:nvPr/>
        </p:nvSpPr>
        <p:spPr>
          <a:xfrm>
            <a:off x="8133016" y="5903195"/>
            <a:ext cx="3398" cy="101927"/>
          </a:xfrm>
          <a:prstGeom prst="rect">
            <a:avLst/>
          </a:prstGeom>
          <a:solidFill>
            <a:srgbClr val="313131"/>
          </a:solidFill>
          <a:ln>
            <a:noFill/>
          </a:ln>
        </p:spPr>
      </p:sp>
      <p:sp>
        <p:nvSpPr>
          <p:cNvPr id="500" name="rect"/>
          <p:cNvSpPr/>
          <p:nvPr/>
        </p:nvSpPr>
        <p:spPr>
          <a:xfrm>
            <a:off x="8136414" y="5903195"/>
            <a:ext cx="3398" cy="101927"/>
          </a:xfrm>
          <a:prstGeom prst="rect">
            <a:avLst/>
          </a:prstGeom>
          <a:solidFill>
            <a:srgbClr val="313131"/>
          </a:solidFill>
          <a:ln>
            <a:noFill/>
          </a:ln>
        </p:spPr>
      </p:sp>
      <p:sp>
        <p:nvSpPr>
          <p:cNvPr id="501" name="rect"/>
          <p:cNvSpPr/>
          <p:nvPr/>
        </p:nvSpPr>
        <p:spPr>
          <a:xfrm>
            <a:off x="8139812" y="5903195"/>
            <a:ext cx="3398" cy="101927"/>
          </a:xfrm>
          <a:prstGeom prst="rect">
            <a:avLst/>
          </a:prstGeom>
          <a:solidFill>
            <a:srgbClr val="303030"/>
          </a:solidFill>
          <a:ln>
            <a:noFill/>
          </a:ln>
        </p:spPr>
      </p:sp>
      <p:sp>
        <p:nvSpPr>
          <p:cNvPr id="502" name="rect"/>
          <p:cNvSpPr/>
          <p:nvPr/>
        </p:nvSpPr>
        <p:spPr>
          <a:xfrm>
            <a:off x="8143209" y="5903195"/>
            <a:ext cx="3398" cy="101927"/>
          </a:xfrm>
          <a:prstGeom prst="rect">
            <a:avLst/>
          </a:prstGeom>
          <a:solidFill>
            <a:srgbClr val="303030"/>
          </a:solidFill>
          <a:ln>
            <a:noFill/>
          </a:ln>
        </p:spPr>
      </p:sp>
      <p:sp>
        <p:nvSpPr>
          <p:cNvPr id="503" name="rect"/>
          <p:cNvSpPr/>
          <p:nvPr/>
        </p:nvSpPr>
        <p:spPr>
          <a:xfrm>
            <a:off x="8146607" y="5903195"/>
            <a:ext cx="3398" cy="101927"/>
          </a:xfrm>
          <a:prstGeom prst="rect">
            <a:avLst/>
          </a:prstGeom>
          <a:solidFill>
            <a:srgbClr val="2F2F2F"/>
          </a:solidFill>
          <a:ln>
            <a:noFill/>
          </a:ln>
        </p:spPr>
      </p:sp>
      <p:sp>
        <p:nvSpPr>
          <p:cNvPr id="504" name="rect"/>
          <p:cNvSpPr/>
          <p:nvPr/>
        </p:nvSpPr>
        <p:spPr>
          <a:xfrm>
            <a:off x="8150004" y="5903195"/>
            <a:ext cx="3398" cy="101927"/>
          </a:xfrm>
          <a:prstGeom prst="rect">
            <a:avLst/>
          </a:prstGeom>
          <a:solidFill>
            <a:srgbClr val="2F2F2F"/>
          </a:solidFill>
          <a:ln>
            <a:noFill/>
          </a:ln>
        </p:spPr>
      </p:sp>
      <p:sp>
        <p:nvSpPr>
          <p:cNvPr id="505" name="rect"/>
          <p:cNvSpPr/>
          <p:nvPr/>
        </p:nvSpPr>
        <p:spPr>
          <a:xfrm>
            <a:off x="8153402" y="5903195"/>
            <a:ext cx="3398" cy="101927"/>
          </a:xfrm>
          <a:prstGeom prst="rect">
            <a:avLst/>
          </a:prstGeom>
          <a:solidFill>
            <a:srgbClr val="2E2E2E"/>
          </a:solidFill>
          <a:ln>
            <a:noFill/>
          </a:ln>
        </p:spPr>
      </p:sp>
      <p:sp>
        <p:nvSpPr>
          <p:cNvPr id="506" name="rect"/>
          <p:cNvSpPr/>
          <p:nvPr/>
        </p:nvSpPr>
        <p:spPr>
          <a:xfrm>
            <a:off x="8156799" y="5903195"/>
            <a:ext cx="3398" cy="101927"/>
          </a:xfrm>
          <a:prstGeom prst="rect">
            <a:avLst/>
          </a:prstGeom>
          <a:solidFill>
            <a:srgbClr val="2E2E2E"/>
          </a:solidFill>
          <a:ln>
            <a:noFill/>
          </a:ln>
        </p:spPr>
      </p:sp>
      <p:sp>
        <p:nvSpPr>
          <p:cNvPr id="507" name="rect"/>
          <p:cNvSpPr/>
          <p:nvPr/>
        </p:nvSpPr>
        <p:spPr>
          <a:xfrm>
            <a:off x="8160197" y="5903195"/>
            <a:ext cx="3398" cy="101927"/>
          </a:xfrm>
          <a:prstGeom prst="rect">
            <a:avLst/>
          </a:prstGeom>
          <a:solidFill>
            <a:srgbClr val="2D2D2D"/>
          </a:solidFill>
          <a:ln>
            <a:noFill/>
          </a:ln>
        </p:spPr>
      </p:sp>
      <p:sp>
        <p:nvSpPr>
          <p:cNvPr id="508" name="rect"/>
          <p:cNvSpPr/>
          <p:nvPr/>
        </p:nvSpPr>
        <p:spPr>
          <a:xfrm>
            <a:off x="8163595" y="5903195"/>
            <a:ext cx="3398" cy="101927"/>
          </a:xfrm>
          <a:prstGeom prst="rect">
            <a:avLst/>
          </a:prstGeom>
          <a:solidFill>
            <a:srgbClr val="2C2C2C"/>
          </a:solidFill>
          <a:ln>
            <a:noFill/>
          </a:ln>
        </p:spPr>
      </p:sp>
      <p:sp>
        <p:nvSpPr>
          <p:cNvPr id="509" name="rect"/>
          <p:cNvSpPr/>
          <p:nvPr/>
        </p:nvSpPr>
        <p:spPr>
          <a:xfrm>
            <a:off x="8166992" y="5903195"/>
            <a:ext cx="3398" cy="101927"/>
          </a:xfrm>
          <a:prstGeom prst="rect">
            <a:avLst/>
          </a:prstGeom>
          <a:solidFill>
            <a:srgbClr val="2C2C2C"/>
          </a:solidFill>
          <a:ln>
            <a:noFill/>
          </a:ln>
        </p:spPr>
      </p:sp>
      <p:sp>
        <p:nvSpPr>
          <p:cNvPr id="510" name="rect"/>
          <p:cNvSpPr/>
          <p:nvPr/>
        </p:nvSpPr>
        <p:spPr>
          <a:xfrm>
            <a:off x="8170390" y="5903195"/>
            <a:ext cx="3398" cy="101927"/>
          </a:xfrm>
          <a:prstGeom prst="rect">
            <a:avLst/>
          </a:prstGeom>
          <a:solidFill>
            <a:srgbClr val="2B2B2B"/>
          </a:solidFill>
          <a:ln>
            <a:noFill/>
          </a:ln>
        </p:spPr>
      </p:sp>
      <p:sp>
        <p:nvSpPr>
          <p:cNvPr id="511" name="rect"/>
          <p:cNvSpPr/>
          <p:nvPr/>
        </p:nvSpPr>
        <p:spPr>
          <a:xfrm>
            <a:off x="8173787" y="5903195"/>
            <a:ext cx="3398" cy="101927"/>
          </a:xfrm>
          <a:prstGeom prst="rect">
            <a:avLst/>
          </a:prstGeom>
          <a:solidFill>
            <a:srgbClr val="2B2B2B"/>
          </a:solidFill>
          <a:ln>
            <a:noFill/>
          </a:ln>
        </p:spPr>
      </p:sp>
      <p:sp>
        <p:nvSpPr>
          <p:cNvPr id="512" name="rect"/>
          <p:cNvSpPr/>
          <p:nvPr/>
        </p:nvSpPr>
        <p:spPr>
          <a:xfrm>
            <a:off x="8177185" y="5903195"/>
            <a:ext cx="3398" cy="101927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513" name="rect"/>
          <p:cNvSpPr/>
          <p:nvPr/>
        </p:nvSpPr>
        <p:spPr>
          <a:xfrm>
            <a:off x="8180582" y="5903195"/>
            <a:ext cx="3398" cy="101927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514" name="rect"/>
          <p:cNvSpPr/>
          <p:nvPr/>
        </p:nvSpPr>
        <p:spPr>
          <a:xfrm>
            <a:off x="8183980" y="5903195"/>
            <a:ext cx="3398" cy="101927"/>
          </a:xfrm>
          <a:prstGeom prst="rect">
            <a:avLst/>
          </a:prstGeom>
          <a:solidFill>
            <a:srgbClr val="292929"/>
          </a:solidFill>
          <a:ln>
            <a:noFill/>
          </a:ln>
        </p:spPr>
      </p:sp>
      <p:sp>
        <p:nvSpPr>
          <p:cNvPr id="515" name="rect"/>
          <p:cNvSpPr/>
          <p:nvPr/>
        </p:nvSpPr>
        <p:spPr>
          <a:xfrm>
            <a:off x="8187378" y="5903195"/>
            <a:ext cx="3398" cy="101927"/>
          </a:xfrm>
          <a:prstGeom prst="rect">
            <a:avLst/>
          </a:prstGeom>
          <a:solidFill>
            <a:srgbClr val="292929"/>
          </a:solidFill>
          <a:ln>
            <a:noFill/>
          </a:ln>
        </p:spPr>
      </p:sp>
      <p:sp>
        <p:nvSpPr>
          <p:cNvPr id="516" name="rect"/>
          <p:cNvSpPr/>
          <p:nvPr/>
        </p:nvSpPr>
        <p:spPr>
          <a:xfrm>
            <a:off x="8190775" y="5903195"/>
            <a:ext cx="3398" cy="101927"/>
          </a:xfrm>
          <a:prstGeom prst="rect">
            <a:avLst/>
          </a:prstGeom>
          <a:solidFill>
            <a:srgbClr val="282828"/>
          </a:solidFill>
          <a:ln>
            <a:noFill/>
          </a:ln>
        </p:spPr>
      </p:sp>
      <p:sp>
        <p:nvSpPr>
          <p:cNvPr id="517" name="rect"/>
          <p:cNvSpPr/>
          <p:nvPr/>
        </p:nvSpPr>
        <p:spPr>
          <a:xfrm>
            <a:off x="8194173" y="5903195"/>
            <a:ext cx="3398" cy="101927"/>
          </a:xfrm>
          <a:prstGeom prst="rect">
            <a:avLst/>
          </a:prstGeom>
          <a:solidFill>
            <a:srgbClr val="272727"/>
          </a:solidFill>
          <a:ln>
            <a:noFill/>
          </a:ln>
        </p:spPr>
      </p:sp>
      <p:sp>
        <p:nvSpPr>
          <p:cNvPr id="518" name="rect"/>
          <p:cNvSpPr/>
          <p:nvPr/>
        </p:nvSpPr>
        <p:spPr>
          <a:xfrm>
            <a:off x="8197570" y="5903195"/>
            <a:ext cx="3398" cy="101927"/>
          </a:xfrm>
          <a:prstGeom prst="rect">
            <a:avLst/>
          </a:prstGeom>
          <a:solidFill>
            <a:srgbClr val="272727"/>
          </a:solidFill>
          <a:ln>
            <a:noFill/>
          </a:ln>
        </p:spPr>
      </p:sp>
      <p:sp>
        <p:nvSpPr>
          <p:cNvPr id="519" name="rect"/>
          <p:cNvSpPr/>
          <p:nvPr/>
        </p:nvSpPr>
        <p:spPr>
          <a:xfrm>
            <a:off x="8200968" y="5903195"/>
            <a:ext cx="3398" cy="101927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20" name="rect"/>
          <p:cNvSpPr/>
          <p:nvPr/>
        </p:nvSpPr>
        <p:spPr>
          <a:xfrm>
            <a:off x="8204365" y="5903195"/>
            <a:ext cx="3398" cy="101927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21" name="rect"/>
          <p:cNvSpPr/>
          <p:nvPr/>
        </p:nvSpPr>
        <p:spPr>
          <a:xfrm>
            <a:off x="8207763" y="5903195"/>
            <a:ext cx="3398" cy="101927"/>
          </a:xfrm>
          <a:prstGeom prst="rect">
            <a:avLst/>
          </a:prstGeom>
          <a:solidFill>
            <a:srgbClr val="252525"/>
          </a:solidFill>
          <a:ln>
            <a:noFill/>
          </a:ln>
        </p:spPr>
      </p:sp>
      <p:sp>
        <p:nvSpPr>
          <p:cNvPr id="522" name="rect"/>
          <p:cNvSpPr/>
          <p:nvPr/>
        </p:nvSpPr>
        <p:spPr>
          <a:xfrm>
            <a:off x="8211161" y="5903195"/>
            <a:ext cx="3398" cy="101927"/>
          </a:xfrm>
          <a:prstGeom prst="rect">
            <a:avLst/>
          </a:prstGeom>
          <a:solidFill>
            <a:srgbClr val="252525"/>
          </a:solidFill>
          <a:ln>
            <a:noFill/>
          </a:ln>
        </p:spPr>
      </p:sp>
      <p:sp>
        <p:nvSpPr>
          <p:cNvPr id="523" name="rect"/>
          <p:cNvSpPr/>
          <p:nvPr/>
        </p:nvSpPr>
        <p:spPr>
          <a:xfrm>
            <a:off x="8214558" y="5903195"/>
            <a:ext cx="3398" cy="101927"/>
          </a:xfrm>
          <a:prstGeom prst="rect">
            <a:avLst/>
          </a:prstGeom>
          <a:solidFill>
            <a:srgbClr val="242424"/>
          </a:solidFill>
          <a:ln>
            <a:noFill/>
          </a:ln>
        </p:spPr>
      </p:sp>
      <p:sp>
        <p:nvSpPr>
          <p:cNvPr id="524" name="rect"/>
          <p:cNvSpPr/>
          <p:nvPr/>
        </p:nvSpPr>
        <p:spPr>
          <a:xfrm>
            <a:off x="8217956" y="5903195"/>
            <a:ext cx="3398" cy="101927"/>
          </a:xfrm>
          <a:prstGeom prst="rect">
            <a:avLst/>
          </a:prstGeom>
          <a:solidFill>
            <a:srgbClr val="242424"/>
          </a:solidFill>
          <a:ln>
            <a:noFill/>
          </a:ln>
        </p:spPr>
      </p:sp>
      <p:sp>
        <p:nvSpPr>
          <p:cNvPr id="525" name="rect"/>
          <p:cNvSpPr/>
          <p:nvPr/>
        </p:nvSpPr>
        <p:spPr>
          <a:xfrm>
            <a:off x="8221353" y="5903195"/>
            <a:ext cx="3398" cy="101927"/>
          </a:xfrm>
          <a:prstGeom prst="rect">
            <a:avLst/>
          </a:prstGeom>
          <a:solidFill>
            <a:srgbClr val="232323"/>
          </a:solidFill>
          <a:ln>
            <a:noFill/>
          </a:ln>
        </p:spPr>
      </p:sp>
      <p:sp>
        <p:nvSpPr>
          <p:cNvPr id="526" name="rect"/>
          <p:cNvSpPr/>
          <p:nvPr/>
        </p:nvSpPr>
        <p:spPr>
          <a:xfrm>
            <a:off x="8224751" y="5903195"/>
            <a:ext cx="3398" cy="101927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527" name="rect"/>
          <p:cNvSpPr/>
          <p:nvPr/>
        </p:nvSpPr>
        <p:spPr>
          <a:xfrm>
            <a:off x="8228148" y="5903195"/>
            <a:ext cx="3398" cy="101927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528" name="rect"/>
          <p:cNvSpPr/>
          <p:nvPr/>
        </p:nvSpPr>
        <p:spPr>
          <a:xfrm>
            <a:off x="8231546" y="5903195"/>
            <a:ext cx="3398" cy="101927"/>
          </a:xfrm>
          <a:prstGeom prst="rect">
            <a:avLst/>
          </a:prstGeom>
          <a:solidFill>
            <a:srgbClr val="212121"/>
          </a:solidFill>
          <a:ln>
            <a:noFill/>
          </a:ln>
        </p:spPr>
      </p:sp>
      <p:sp>
        <p:nvSpPr>
          <p:cNvPr id="529" name="rect"/>
          <p:cNvSpPr/>
          <p:nvPr/>
        </p:nvSpPr>
        <p:spPr>
          <a:xfrm>
            <a:off x="8234944" y="5903195"/>
            <a:ext cx="3398" cy="101927"/>
          </a:xfrm>
          <a:prstGeom prst="rect">
            <a:avLst/>
          </a:prstGeom>
          <a:solidFill>
            <a:srgbClr val="212121"/>
          </a:solidFill>
          <a:ln>
            <a:noFill/>
          </a:ln>
        </p:spPr>
      </p:sp>
      <p:sp>
        <p:nvSpPr>
          <p:cNvPr id="530" name="rect"/>
          <p:cNvSpPr/>
          <p:nvPr/>
        </p:nvSpPr>
        <p:spPr>
          <a:xfrm>
            <a:off x="8238341" y="5903195"/>
            <a:ext cx="3398" cy="101927"/>
          </a:xfrm>
          <a:prstGeom prst="rect">
            <a:avLst/>
          </a:prstGeom>
          <a:solidFill>
            <a:srgbClr val="202020"/>
          </a:solidFill>
          <a:ln>
            <a:noFill/>
          </a:ln>
        </p:spPr>
      </p:sp>
      <p:sp>
        <p:nvSpPr>
          <p:cNvPr id="531" name="rect"/>
          <p:cNvSpPr/>
          <p:nvPr/>
        </p:nvSpPr>
        <p:spPr>
          <a:xfrm>
            <a:off x="8241739" y="5903195"/>
            <a:ext cx="3398" cy="101927"/>
          </a:xfrm>
          <a:prstGeom prst="rect">
            <a:avLst/>
          </a:prstGeom>
          <a:solidFill>
            <a:srgbClr val="202020"/>
          </a:solidFill>
          <a:ln>
            <a:noFill/>
          </a:ln>
        </p:spPr>
      </p:sp>
      <p:sp>
        <p:nvSpPr>
          <p:cNvPr id="532" name="rect"/>
          <p:cNvSpPr/>
          <p:nvPr/>
        </p:nvSpPr>
        <p:spPr>
          <a:xfrm>
            <a:off x="8245136" y="5903195"/>
            <a:ext cx="3398" cy="101927"/>
          </a:xfrm>
          <a:prstGeom prst="rect">
            <a:avLst/>
          </a:prstGeom>
          <a:solidFill>
            <a:srgbClr val="1F1F1F"/>
          </a:solidFill>
          <a:ln>
            <a:noFill/>
          </a:ln>
        </p:spPr>
      </p:sp>
      <p:sp>
        <p:nvSpPr>
          <p:cNvPr id="533" name="rect"/>
          <p:cNvSpPr/>
          <p:nvPr/>
        </p:nvSpPr>
        <p:spPr>
          <a:xfrm>
            <a:off x="8248534" y="5903195"/>
            <a:ext cx="3398" cy="101927"/>
          </a:xfrm>
          <a:prstGeom prst="rect">
            <a:avLst/>
          </a:prstGeom>
          <a:solidFill>
            <a:srgbClr val="1F1F1F"/>
          </a:solidFill>
          <a:ln>
            <a:noFill/>
          </a:ln>
        </p:spPr>
      </p:sp>
      <p:sp>
        <p:nvSpPr>
          <p:cNvPr id="534" name="rect"/>
          <p:cNvSpPr/>
          <p:nvPr/>
        </p:nvSpPr>
        <p:spPr>
          <a:xfrm>
            <a:off x="8251931" y="5903195"/>
            <a:ext cx="3398" cy="101927"/>
          </a:xfrm>
          <a:prstGeom prst="rect">
            <a:avLst/>
          </a:prstGeom>
          <a:solidFill>
            <a:srgbClr val="1E1E1E"/>
          </a:solidFill>
          <a:ln>
            <a:noFill/>
          </a:ln>
        </p:spPr>
      </p:sp>
      <p:sp>
        <p:nvSpPr>
          <p:cNvPr id="535" name="rect"/>
          <p:cNvSpPr/>
          <p:nvPr/>
        </p:nvSpPr>
        <p:spPr>
          <a:xfrm>
            <a:off x="8255329" y="5903195"/>
            <a:ext cx="3398" cy="101927"/>
          </a:xfrm>
          <a:prstGeom prst="rect">
            <a:avLst/>
          </a:prstGeom>
          <a:solidFill>
            <a:srgbClr val="1D1D1D"/>
          </a:solidFill>
          <a:ln>
            <a:noFill/>
          </a:ln>
        </p:spPr>
      </p:sp>
      <p:sp>
        <p:nvSpPr>
          <p:cNvPr id="536" name="rect"/>
          <p:cNvSpPr/>
          <p:nvPr/>
        </p:nvSpPr>
        <p:spPr>
          <a:xfrm>
            <a:off x="8258726" y="5903195"/>
            <a:ext cx="3398" cy="101927"/>
          </a:xfrm>
          <a:prstGeom prst="rect">
            <a:avLst/>
          </a:prstGeom>
          <a:solidFill>
            <a:srgbClr val="1D1D1D"/>
          </a:solidFill>
          <a:ln>
            <a:noFill/>
          </a:ln>
        </p:spPr>
      </p:sp>
      <p:sp>
        <p:nvSpPr>
          <p:cNvPr id="537" name="rect"/>
          <p:cNvSpPr/>
          <p:nvPr/>
        </p:nvSpPr>
        <p:spPr>
          <a:xfrm>
            <a:off x="8262124" y="5903195"/>
            <a:ext cx="3398" cy="101927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538" name="rect"/>
          <p:cNvSpPr/>
          <p:nvPr/>
        </p:nvSpPr>
        <p:spPr>
          <a:xfrm>
            <a:off x="8265522" y="5903195"/>
            <a:ext cx="3398" cy="101927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539" name="rect"/>
          <p:cNvSpPr/>
          <p:nvPr/>
        </p:nvSpPr>
        <p:spPr>
          <a:xfrm>
            <a:off x="8268919" y="5903195"/>
            <a:ext cx="3398" cy="101927"/>
          </a:xfrm>
          <a:prstGeom prst="rect">
            <a:avLst/>
          </a:prstGeom>
          <a:solidFill>
            <a:srgbClr val="1B1B1B"/>
          </a:solidFill>
          <a:ln>
            <a:noFill/>
          </a:ln>
        </p:spPr>
      </p:sp>
      <p:sp>
        <p:nvSpPr>
          <p:cNvPr id="540" name="rect"/>
          <p:cNvSpPr/>
          <p:nvPr/>
        </p:nvSpPr>
        <p:spPr>
          <a:xfrm>
            <a:off x="8272317" y="5903195"/>
            <a:ext cx="3398" cy="101927"/>
          </a:xfrm>
          <a:prstGeom prst="rect">
            <a:avLst/>
          </a:prstGeom>
          <a:solidFill>
            <a:srgbClr val="1B1B1B"/>
          </a:solidFill>
          <a:ln>
            <a:noFill/>
          </a:ln>
        </p:spPr>
      </p:sp>
      <p:sp>
        <p:nvSpPr>
          <p:cNvPr id="541" name="rect"/>
          <p:cNvSpPr/>
          <p:nvPr/>
        </p:nvSpPr>
        <p:spPr>
          <a:xfrm>
            <a:off x="8275714" y="5903195"/>
            <a:ext cx="3398" cy="101927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42" name="rect"/>
          <p:cNvSpPr/>
          <p:nvPr/>
        </p:nvSpPr>
        <p:spPr>
          <a:xfrm>
            <a:off x="8279112" y="5903195"/>
            <a:ext cx="3398" cy="101927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43" name="rect"/>
          <p:cNvSpPr/>
          <p:nvPr/>
        </p:nvSpPr>
        <p:spPr>
          <a:xfrm>
            <a:off x="8282509" y="5903195"/>
            <a:ext cx="3398" cy="101927"/>
          </a:xfrm>
          <a:prstGeom prst="rect">
            <a:avLst/>
          </a:prstGeom>
          <a:solidFill>
            <a:srgbClr val="191919"/>
          </a:solidFill>
          <a:ln>
            <a:noFill/>
          </a:ln>
        </p:spPr>
      </p:sp>
      <p:sp>
        <p:nvSpPr>
          <p:cNvPr id="544" name="rect"/>
          <p:cNvSpPr/>
          <p:nvPr/>
        </p:nvSpPr>
        <p:spPr>
          <a:xfrm>
            <a:off x="8285907" y="5903195"/>
            <a:ext cx="3398" cy="101927"/>
          </a:xfrm>
          <a:prstGeom prst="rect">
            <a:avLst/>
          </a:prstGeom>
          <a:solidFill>
            <a:srgbClr val="181818"/>
          </a:solidFill>
          <a:ln>
            <a:noFill/>
          </a:ln>
        </p:spPr>
      </p:sp>
      <p:sp>
        <p:nvSpPr>
          <p:cNvPr id="545" name="rect"/>
          <p:cNvSpPr/>
          <p:nvPr/>
        </p:nvSpPr>
        <p:spPr>
          <a:xfrm>
            <a:off x="8289305" y="5903195"/>
            <a:ext cx="3398" cy="101927"/>
          </a:xfrm>
          <a:prstGeom prst="rect">
            <a:avLst/>
          </a:prstGeom>
          <a:solidFill>
            <a:srgbClr val="181818"/>
          </a:solidFill>
          <a:ln>
            <a:noFill/>
          </a:ln>
        </p:spPr>
      </p:sp>
      <p:sp>
        <p:nvSpPr>
          <p:cNvPr id="546" name="rect"/>
          <p:cNvSpPr/>
          <p:nvPr/>
        </p:nvSpPr>
        <p:spPr>
          <a:xfrm>
            <a:off x="8292702" y="5903195"/>
            <a:ext cx="3398" cy="101927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547" name="rect"/>
          <p:cNvSpPr/>
          <p:nvPr/>
        </p:nvSpPr>
        <p:spPr>
          <a:xfrm>
            <a:off x="8296100" y="5903195"/>
            <a:ext cx="3398" cy="101927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548" name="rect"/>
          <p:cNvSpPr/>
          <p:nvPr/>
        </p:nvSpPr>
        <p:spPr>
          <a:xfrm>
            <a:off x="8299497" y="5903195"/>
            <a:ext cx="3398" cy="101927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549" name="rect"/>
          <p:cNvSpPr/>
          <p:nvPr/>
        </p:nvSpPr>
        <p:spPr>
          <a:xfrm>
            <a:off x="8302895" y="5903195"/>
            <a:ext cx="3398" cy="101927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550" name="rect"/>
          <p:cNvSpPr/>
          <p:nvPr/>
        </p:nvSpPr>
        <p:spPr>
          <a:xfrm>
            <a:off x="8306292" y="5903195"/>
            <a:ext cx="3398" cy="101927"/>
          </a:xfrm>
          <a:prstGeom prst="rect">
            <a:avLst/>
          </a:prstGeom>
          <a:solidFill>
            <a:srgbClr val="151515"/>
          </a:solidFill>
          <a:ln>
            <a:noFill/>
          </a:ln>
        </p:spPr>
      </p:sp>
      <p:sp>
        <p:nvSpPr>
          <p:cNvPr id="551" name="rect"/>
          <p:cNvSpPr/>
          <p:nvPr/>
        </p:nvSpPr>
        <p:spPr>
          <a:xfrm>
            <a:off x="8309690" y="5903195"/>
            <a:ext cx="3398" cy="101927"/>
          </a:xfrm>
          <a:prstGeom prst="rect">
            <a:avLst/>
          </a:prstGeom>
          <a:solidFill>
            <a:srgbClr val="151515"/>
          </a:solidFill>
          <a:ln>
            <a:noFill/>
          </a:ln>
        </p:spPr>
      </p:sp>
      <p:sp>
        <p:nvSpPr>
          <p:cNvPr id="552" name="rect"/>
          <p:cNvSpPr/>
          <p:nvPr/>
        </p:nvSpPr>
        <p:spPr>
          <a:xfrm>
            <a:off x="8313088" y="5903195"/>
            <a:ext cx="3398" cy="101927"/>
          </a:xfrm>
          <a:prstGeom prst="rect">
            <a:avLst/>
          </a:prstGeom>
          <a:solidFill>
            <a:srgbClr val="141414"/>
          </a:solidFill>
          <a:ln>
            <a:noFill/>
          </a:ln>
        </p:spPr>
      </p:sp>
      <p:sp>
        <p:nvSpPr>
          <p:cNvPr id="553" name="rect"/>
          <p:cNvSpPr/>
          <p:nvPr/>
        </p:nvSpPr>
        <p:spPr>
          <a:xfrm>
            <a:off x="8316485" y="5903195"/>
            <a:ext cx="3398" cy="101927"/>
          </a:xfrm>
          <a:prstGeom prst="rect">
            <a:avLst/>
          </a:prstGeom>
          <a:solidFill>
            <a:srgbClr val="131313"/>
          </a:solidFill>
          <a:ln>
            <a:noFill/>
          </a:ln>
        </p:spPr>
      </p:sp>
      <p:sp>
        <p:nvSpPr>
          <p:cNvPr id="554" name="rect"/>
          <p:cNvSpPr/>
          <p:nvPr/>
        </p:nvSpPr>
        <p:spPr>
          <a:xfrm>
            <a:off x="8319883" y="5903195"/>
            <a:ext cx="3398" cy="101927"/>
          </a:xfrm>
          <a:prstGeom prst="rect">
            <a:avLst/>
          </a:prstGeom>
          <a:solidFill>
            <a:srgbClr val="131313"/>
          </a:solidFill>
          <a:ln>
            <a:noFill/>
          </a:ln>
        </p:spPr>
      </p:sp>
      <p:sp>
        <p:nvSpPr>
          <p:cNvPr id="555" name="rect"/>
          <p:cNvSpPr/>
          <p:nvPr/>
        </p:nvSpPr>
        <p:spPr>
          <a:xfrm>
            <a:off x="8323280" y="5903195"/>
            <a:ext cx="3398" cy="101927"/>
          </a:xfrm>
          <a:prstGeom prst="rect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556" name="rect"/>
          <p:cNvSpPr/>
          <p:nvPr/>
        </p:nvSpPr>
        <p:spPr>
          <a:xfrm>
            <a:off x="8326678" y="5903195"/>
            <a:ext cx="3398" cy="101927"/>
          </a:xfrm>
          <a:prstGeom prst="rect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557" name="rect"/>
          <p:cNvSpPr/>
          <p:nvPr/>
        </p:nvSpPr>
        <p:spPr>
          <a:xfrm>
            <a:off x="8330075" y="5903195"/>
            <a:ext cx="3398" cy="101927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58" name="rect"/>
          <p:cNvSpPr/>
          <p:nvPr/>
        </p:nvSpPr>
        <p:spPr>
          <a:xfrm>
            <a:off x="8333473" y="5903195"/>
            <a:ext cx="3398" cy="101927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59" name="rect"/>
          <p:cNvSpPr/>
          <p:nvPr/>
        </p:nvSpPr>
        <p:spPr>
          <a:xfrm>
            <a:off x="8336871" y="5903195"/>
            <a:ext cx="3398" cy="101927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560" name="rect"/>
          <p:cNvSpPr/>
          <p:nvPr/>
        </p:nvSpPr>
        <p:spPr>
          <a:xfrm>
            <a:off x="8340268" y="5903195"/>
            <a:ext cx="3398" cy="101927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561" name="rect"/>
          <p:cNvSpPr/>
          <p:nvPr/>
        </p:nvSpPr>
        <p:spPr>
          <a:xfrm>
            <a:off x="8343666" y="5903195"/>
            <a:ext cx="3398" cy="101927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562" name="rect"/>
          <p:cNvSpPr/>
          <p:nvPr/>
        </p:nvSpPr>
        <p:spPr>
          <a:xfrm>
            <a:off x="8347063" y="5903195"/>
            <a:ext cx="3398" cy="101927"/>
          </a:xfrm>
          <a:prstGeom prst="rect">
            <a:avLst/>
          </a:prstGeom>
          <a:solidFill>
            <a:srgbClr val="0E0E0E"/>
          </a:solidFill>
          <a:ln>
            <a:noFill/>
          </a:ln>
        </p:spPr>
      </p:sp>
      <p:sp>
        <p:nvSpPr>
          <p:cNvPr id="563" name="rect"/>
          <p:cNvSpPr/>
          <p:nvPr/>
        </p:nvSpPr>
        <p:spPr>
          <a:xfrm>
            <a:off x="8350461" y="5903195"/>
            <a:ext cx="3398" cy="101927"/>
          </a:xfrm>
          <a:prstGeom prst="rect">
            <a:avLst/>
          </a:prstGeom>
          <a:solidFill>
            <a:srgbClr val="0E0E0E"/>
          </a:solidFill>
          <a:ln>
            <a:noFill/>
          </a:ln>
        </p:spPr>
      </p:sp>
      <p:sp>
        <p:nvSpPr>
          <p:cNvPr id="564" name="rect"/>
          <p:cNvSpPr/>
          <p:nvPr/>
        </p:nvSpPr>
        <p:spPr>
          <a:xfrm>
            <a:off x="8353858" y="5903195"/>
            <a:ext cx="3398" cy="101927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565" name="rect"/>
          <p:cNvSpPr/>
          <p:nvPr/>
        </p:nvSpPr>
        <p:spPr>
          <a:xfrm>
            <a:off x="8357256" y="5903195"/>
            <a:ext cx="3398" cy="101927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566" name="rect"/>
          <p:cNvSpPr/>
          <p:nvPr/>
        </p:nvSpPr>
        <p:spPr>
          <a:xfrm>
            <a:off x="8360654" y="5903195"/>
            <a:ext cx="3398" cy="101927"/>
          </a:xfrm>
          <a:prstGeom prst="rect">
            <a:avLst/>
          </a:prstGeom>
          <a:solidFill>
            <a:srgbClr val="0C0C0C"/>
          </a:solidFill>
          <a:ln>
            <a:noFill/>
          </a:ln>
        </p:spPr>
      </p:sp>
      <p:sp>
        <p:nvSpPr>
          <p:cNvPr id="567" name="rect"/>
          <p:cNvSpPr/>
          <p:nvPr/>
        </p:nvSpPr>
        <p:spPr>
          <a:xfrm>
            <a:off x="8364051" y="5903195"/>
            <a:ext cx="3398" cy="101927"/>
          </a:xfrm>
          <a:prstGeom prst="rect">
            <a:avLst/>
          </a:prstGeom>
          <a:solidFill>
            <a:srgbClr val="0C0C0C"/>
          </a:solidFill>
          <a:ln>
            <a:noFill/>
          </a:ln>
        </p:spPr>
      </p:sp>
      <p:sp>
        <p:nvSpPr>
          <p:cNvPr id="568" name="rect"/>
          <p:cNvSpPr/>
          <p:nvPr/>
        </p:nvSpPr>
        <p:spPr>
          <a:xfrm>
            <a:off x="8367449" y="5903195"/>
            <a:ext cx="3398" cy="101927"/>
          </a:xfrm>
          <a:prstGeom prst="rect">
            <a:avLst/>
          </a:prstGeom>
          <a:solidFill>
            <a:srgbClr val="0B0B0B"/>
          </a:solidFill>
          <a:ln>
            <a:noFill/>
          </a:ln>
        </p:spPr>
      </p:sp>
      <p:sp>
        <p:nvSpPr>
          <p:cNvPr id="569" name="rect"/>
          <p:cNvSpPr/>
          <p:nvPr/>
        </p:nvSpPr>
        <p:spPr>
          <a:xfrm>
            <a:off x="8370846" y="5903195"/>
            <a:ext cx="3398" cy="101927"/>
          </a:xfrm>
          <a:prstGeom prst="rect">
            <a:avLst/>
          </a:prstGeom>
          <a:solidFill>
            <a:srgbClr val="0B0B0B"/>
          </a:solidFill>
          <a:ln>
            <a:noFill/>
          </a:ln>
        </p:spPr>
      </p:sp>
      <p:sp>
        <p:nvSpPr>
          <p:cNvPr id="570" name="rect"/>
          <p:cNvSpPr/>
          <p:nvPr/>
        </p:nvSpPr>
        <p:spPr>
          <a:xfrm>
            <a:off x="8374244" y="5903195"/>
            <a:ext cx="3398" cy="101927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571" name="rect"/>
          <p:cNvSpPr/>
          <p:nvPr/>
        </p:nvSpPr>
        <p:spPr>
          <a:xfrm>
            <a:off x="8377641" y="5903195"/>
            <a:ext cx="3398" cy="101927"/>
          </a:xfrm>
          <a:prstGeom prst="rect">
            <a:avLst/>
          </a:prstGeom>
          <a:solidFill>
            <a:srgbClr val="090909"/>
          </a:solidFill>
          <a:ln>
            <a:noFill/>
          </a:ln>
        </p:spPr>
      </p:sp>
      <p:sp>
        <p:nvSpPr>
          <p:cNvPr id="572" name="rect"/>
          <p:cNvSpPr/>
          <p:nvPr/>
        </p:nvSpPr>
        <p:spPr>
          <a:xfrm>
            <a:off x="8381039" y="5903195"/>
            <a:ext cx="3398" cy="101927"/>
          </a:xfrm>
          <a:prstGeom prst="rect">
            <a:avLst/>
          </a:prstGeom>
          <a:solidFill>
            <a:srgbClr val="090909"/>
          </a:solidFill>
          <a:ln>
            <a:noFill/>
          </a:ln>
        </p:spPr>
      </p:sp>
      <p:sp>
        <p:nvSpPr>
          <p:cNvPr id="573" name="rect"/>
          <p:cNvSpPr/>
          <p:nvPr/>
        </p:nvSpPr>
        <p:spPr>
          <a:xfrm>
            <a:off x="8384436" y="5903195"/>
            <a:ext cx="3398" cy="101927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574" name="rect"/>
          <p:cNvSpPr/>
          <p:nvPr/>
        </p:nvSpPr>
        <p:spPr>
          <a:xfrm>
            <a:off x="8387834" y="5903195"/>
            <a:ext cx="3398" cy="101927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575" name="rect"/>
          <p:cNvSpPr/>
          <p:nvPr/>
        </p:nvSpPr>
        <p:spPr>
          <a:xfrm>
            <a:off x="8391232" y="5903195"/>
            <a:ext cx="3398" cy="101927"/>
          </a:xfrm>
          <a:prstGeom prst="rect">
            <a:avLst/>
          </a:prstGeom>
          <a:solidFill>
            <a:srgbClr val="070707"/>
          </a:solidFill>
          <a:ln>
            <a:noFill/>
          </a:ln>
        </p:spPr>
      </p:sp>
      <p:sp>
        <p:nvSpPr>
          <p:cNvPr id="576" name="rect"/>
          <p:cNvSpPr/>
          <p:nvPr/>
        </p:nvSpPr>
        <p:spPr>
          <a:xfrm>
            <a:off x="8394629" y="5903195"/>
            <a:ext cx="3398" cy="101927"/>
          </a:xfrm>
          <a:prstGeom prst="rect">
            <a:avLst/>
          </a:prstGeom>
          <a:solidFill>
            <a:srgbClr val="070707"/>
          </a:solidFill>
          <a:ln>
            <a:noFill/>
          </a:ln>
        </p:spPr>
      </p:sp>
      <p:sp>
        <p:nvSpPr>
          <p:cNvPr id="577" name="rect"/>
          <p:cNvSpPr/>
          <p:nvPr/>
        </p:nvSpPr>
        <p:spPr>
          <a:xfrm>
            <a:off x="8398027" y="5903195"/>
            <a:ext cx="3398" cy="101927"/>
          </a:xfrm>
          <a:prstGeom prst="rect">
            <a:avLst/>
          </a:prstGeom>
          <a:solidFill>
            <a:srgbClr val="060606"/>
          </a:solidFill>
          <a:ln>
            <a:noFill/>
          </a:ln>
        </p:spPr>
      </p:sp>
      <p:sp>
        <p:nvSpPr>
          <p:cNvPr id="578" name="rect"/>
          <p:cNvSpPr/>
          <p:nvPr/>
        </p:nvSpPr>
        <p:spPr>
          <a:xfrm>
            <a:off x="8401424" y="5903195"/>
            <a:ext cx="3398" cy="101927"/>
          </a:xfrm>
          <a:prstGeom prst="rect">
            <a:avLst/>
          </a:prstGeom>
          <a:solidFill>
            <a:srgbClr val="060606"/>
          </a:solidFill>
          <a:ln>
            <a:noFill/>
          </a:ln>
        </p:spPr>
      </p:sp>
      <p:sp>
        <p:nvSpPr>
          <p:cNvPr id="579" name="rect"/>
          <p:cNvSpPr/>
          <p:nvPr/>
        </p:nvSpPr>
        <p:spPr>
          <a:xfrm>
            <a:off x="8404822" y="5903195"/>
            <a:ext cx="3398" cy="101927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580" name="rect"/>
          <p:cNvSpPr/>
          <p:nvPr/>
        </p:nvSpPr>
        <p:spPr>
          <a:xfrm>
            <a:off x="8408219" y="5903195"/>
            <a:ext cx="3398" cy="101927"/>
          </a:xfrm>
          <a:prstGeom prst="rect">
            <a:avLst/>
          </a:prstGeom>
          <a:solidFill>
            <a:srgbClr val="040404"/>
          </a:solidFill>
          <a:ln>
            <a:noFill/>
          </a:ln>
        </p:spPr>
      </p:sp>
      <p:sp>
        <p:nvSpPr>
          <p:cNvPr id="581" name="rect"/>
          <p:cNvSpPr/>
          <p:nvPr/>
        </p:nvSpPr>
        <p:spPr>
          <a:xfrm>
            <a:off x="8411617" y="5903195"/>
            <a:ext cx="3398" cy="101927"/>
          </a:xfrm>
          <a:prstGeom prst="rect">
            <a:avLst/>
          </a:prstGeom>
          <a:solidFill>
            <a:srgbClr val="040404"/>
          </a:solidFill>
          <a:ln>
            <a:noFill/>
          </a:ln>
        </p:spPr>
      </p:sp>
      <p:sp>
        <p:nvSpPr>
          <p:cNvPr id="582" name="rect"/>
          <p:cNvSpPr/>
          <p:nvPr/>
        </p:nvSpPr>
        <p:spPr>
          <a:xfrm>
            <a:off x="8415015" y="5903195"/>
            <a:ext cx="3398" cy="101927"/>
          </a:xfrm>
          <a:prstGeom prst="rect">
            <a:avLst/>
          </a:prstGeom>
          <a:solidFill>
            <a:srgbClr val="030303"/>
          </a:solidFill>
          <a:ln>
            <a:noFill/>
          </a:ln>
        </p:spPr>
      </p:sp>
      <p:sp>
        <p:nvSpPr>
          <p:cNvPr id="583" name="rect"/>
          <p:cNvSpPr/>
          <p:nvPr/>
        </p:nvSpPr>
        <p:spPr>
          <a:xfrm>
            <a:off x="8418412" y="5903195"/>
            <a:ext cx="3398" cy="101927"/>
          </a:xfrm>
          <a:prstGeom prst="rect">
            <a:avLst/>
          </a:prstGeom>
          <a:solidFill>
            <a:srgbClr val="030303"/>
          </a:solidFill>
          <a:ln>
            <a:noFill/>
          </a:ln>
        </p:spPr>
      </p:sp>
      <p:sp>
        <p:nvSpPr>
          <p:cNvPr id="584" name="rect"/>
          <p:cNvSpPr/>
          <p:nvPr/>
        </p:nvSpPr>
        <p:spPr>
          <a:xfrm>
            <a:off x="8421810" y="5903195"/>
            <a:ext cx="3398" cy="101927"/>
          </a:xfrm>
          <a:prstGeom prst="rect">
            <a:avLst/>
          </a:prstGeom>
          <a:solidFill>
            <a:srgbClr val="020202"/>
          </a:solidFill>
          <a:ln>
            <a:noFill/>
          </a:ln>
        </p:spPr>
      </p:sp>
      <p:sp>
        <p:nvSpPr>
          <p:cNvPr id="585" name="rect"/>
          <p:cNvSpPr/>
          <p:nvPr/>
        </p:nvSpPr>
        <p:spPr>
          <a:xfrm>
            <a:off x="8425207" y="5903195"/>
            <a:ext cx="3398" cy="101927"/>
          </a:xfrm>
          <a:prstGeom prst="rect">
            <a:avLst/>
          </a:prstGeom>
          <a:solidFill>
            <a:srgbClr val="020202"/>
          </a:solidFill>
          <a:ln>
            <a:noFill/>
          </a:ln>
        </p:spPr>
      </p:sp>
      <p:sp>
        <p:nvSpPr>
          <p:cNvPr id="586" name="rect"/>
          <p:cNvSpPr/>
          <p:nvPr/>
        </p:nvSpPr>
        <p:spPr>
          <a:xfrm>
            <a:off x="8428605" y="5903195"/>
            <a:ext cx="3398" cy="101927"/>
          </a:xfrm>
          <a:prstGeom prst="rect">
            <a:avLst/>
          </a:prstGeom>
          <a:solidFill>
            <a:srgbClr val="010101"/>
          </a:solidFill>
          <a:ln>
            <a:noFill/>
          </a:ln>
        </p:spPr>
      </p:sp>
      <p:sp>
        <p:nvSpPr>
          <p:cNvPr id="587" name="rect"/>
          <p:cNvSpPr/>
          <p:nvPr/>
        </p:nvSpPr>
        <p:spPr>
          <a:xfrm>
            <a:off x="8432002" y="5903195"/>
            <a:ext cx="3398" cy="101927"/>
          </a:xfrm>
          <a:prstGeom prst="rect">
            <a:avLst/>
          </a:prstGeom>
          <a:solidFill>
            <a:srgbClr val="010101"/>
          </a:solidFill>
          <a:ln>
            <a:noFill/>
          </a:ln>
        </p:spPr>
      </p:sp>
      <p:sp>
        <p:nvSpPr>
          <p:cNvPr id="588" name="rect"/>
          <p:cNvSpPr/>
          <p:nvPr/>
        </p:nvSpPr>
        <p:spPr>
          <a:xfrm>
            <a:off x="8435400" y="5903195"/>
            <a:ext cx="3398" cy="101927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89" name="近"/>
          <p:cNvSpPr/>
          <p:nvPr/>
        </p:nvSpPr>
        <p:spPr>
          <a:xfrm>
            <a:off x="6875917" y="6008520"/>
            <a:ext cx="200456" cy="182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990" b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近</a:t>
            </a:r>
            <a:endParaRPr lang="zh-CN" sz="990"/>
          </a:p>
        </p:txBody>
      </p:sp>
      <p:sp>
        <p:nvSpPr>
          <p:cNvPr id="590" name="远"/>
          <p:cNvSpPr/>
          <p:nvPr/>
        </p:nvSpPr>
        <p:spPr>
          <a:xfrm>
            <a:off x="8302895" y="6008520"/>
            <a:ext cx="200456" cy="182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990" b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远</a:t>
            </a:r>
            <a:endParaRPr lang="zh-CN" sz="990"/>
          </a:p>
        </p:txBody>
      </p:sp>
      <p:sp>
        <p:nvSpPr>
          <p:cNvPr id="591" name="越近越白，越远越黑"/>
          <p:cNvSpPr/>
          <p:nvPr/>
        </p:nvSpPr>
        <p:spPr>
          <a:xfrm>
            <a:off x="8744579" y="5896400"/>
            <a:ext cx="1359027" cy="206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124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越近越白，越远越黑</a:t>
            </a:r>
            <a:endParaRPr lang="zh-CN" sz="1124"/>
          </a:p>
        </p:txBody>
      </p:sp>
      <p:sp>
        <p:nvSpPr>
          <p:cNvPr id="592" name="彩色坐标未确认配准时不可套用"/>
          <p:cNvSpPr/>
          <p:nvPr/>
        </p:nvSpPr>
        <p:spPr>
          <a:xfrm>
            <a:off x="6875917" y="6141025"/>
            <a:ext cx="1977384" cy="197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/>
            <a:r>
              <a:rPr lang="zh-CN" sz="1070" b="0">
                <a:solidFill>
                  <a:srgbClr val="6B7785"/>
                </a:solidFill>
                <a:latin typeface="微软雅黑"/>
                <a:ea typeface="微软雅黑"/>
                <a:cs typeface="微软雅黑"/>
              </a:rPr>
              <a:t>彩色坐标未确认配准时不可套用</a:t>
            </a:r>
            <a:endParaRPr lang="zh-CN" sz="1070"/>
          </a:p>
        </p:txBody>
      </p:sp>
      <p:sp>
        <p:nvSpPr>
          <p:cNvPr id="593" name="illustration disclaimer"/>
          <p:cNvSpPr txBox="1"/>
          <p:nvPr/>
        </p:nvSpPr>
        <p:spPr>
          <a:xfrm>
            <a:off x="685800" y="6419088"/>
            <a:ext cx="8229600" cy="26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zh-CN" sz="950">
                <a:solidFill>
                  <a:srgbClr val="6B7785"/>
                </a:solidFill>
                <a:latin typeface="微软雅黑"/>
                <a:ea typeface="微软雅黑"/>
              </a:rPr>
              <a:t>教学构造示意；非真机实拍或实测结果。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每换一个距离都重新取图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至少记录两组有效深度与卷尺值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20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20985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860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depth = robot.get_image(img_type="depth")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d_arr = depth.to_numpy()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dh, dw = d_arr.shape[:2]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target_x, target_y = dw // 2, dh // 2  # 默认读深度图中心；核对后可改为其他指定点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if 0 &lt;= target_x &lt; dw and 0 &lt;= target_y &lt; dh: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point = d_arr[target_y, target_x].item()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print("指定坐标：", (target_x, target_y), "深度值：", point)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else: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print("坐标超出深度图范围，请按实际宽高修改")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8600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9331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新深度帧→按实际宽高定点→边界检查→取值；同步填写坐标、深度、实测米数。0、明显跳变或背景读数先排查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用实测数据核对单位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比值用于推测，再查设备说明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21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组次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深度值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4336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卷尺距离（m）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4304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比值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4272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单位判断依据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4368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04304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44368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4336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04304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用同次有效测量计算 深度值 ÷ 实测米数。比值接近 1000 可作为毫米单位的线索，仍须核对设备说明。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第四部分 · 订阅与计数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持续收图使用回调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内存暂存，短时观察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9080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670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saved = []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def on_image(image):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saved.append(image)          # 每来一帧，存进列表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if len(saved) % 30 == 0: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    print(f"已收到 {len(saved)} 帧")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sub = robot.subscribe_image(on_image)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6695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7426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saved=[]、回调追加、subscribe_image()；与单次 get_image() 比较。接下来连续完成计时和退订；暂停前先退订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第四部分 · 订阅与计数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接收速率由测量窗口计算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帧数差除以实际耗时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23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717547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4798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start_count = len(saved)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start_time = time.perf_counter()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time.sleep(3)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elapsed = time.perf_counter() - start_time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received = len(saved) - start_count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print("平均接收速率：", round(received / elapsed, 1), "帧/秒")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479035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552187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起止计数差 received；perf_counter() 实测 elapsed；received/elapsed。sleep(3) 不是精确三秒保证，手动切格时间不计入窗口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第四部分 · 订阅与计数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测量后立即退订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释放暂存图像，保留记录值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24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955547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717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sub.unsubscribe()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saved.clear()  # 释放本实验暂存的图像；received 中仍保留窗口帧数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print("已退订并清理暂存图像")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717035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790187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sub.unsubscribe()、saved.clear()；保留 received、elapsed 填表。接收速率受处理与转换影响，未必等于话题发布频率；没有生成图片文件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记录与解释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用记录检查实验是否完成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核对编码、坐标、深度和计数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10104120" cy="1060704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953719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逐项核对：①记录话题与 SDK 的彩色图编码，说明本机格式转换的作用及信息限制；②读取 width、height、encoding，重新取图后比较时间戳；③核对数组形状和类型，按 [y,x] 读取中心像素值。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593591"/>
            <a:ext cx="101041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5" y="3794759"/>
            <a:ext cx="10972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49039"/>
            <a:ext cx="953719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④记录深度编码与形状，区分中心点和另选的指定点；⑤至少两组有效深度与卷尺距离对照，结合设备说明核对单位，并区分位深、量程和精度；⑥记录订阅窗口实际时长、收到帧数及接收速率，完成退订和暂存清理。缺项标记待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记录与解释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怎样让图像数据成为可用信息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目标、距离与处理速度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26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10104120" cy="1060704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953719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思考并结合本组记录回答：①彩色图与深度图分别提供什么信息？要把目标颜色与距离联系起来，还需确认哪些坐标对应关系？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593591"/>
            <a:ext cx="101041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5" y="3794759"/>
            <a:ext cx="109728" cy="9692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49039"/>
            <a:ext cx="953719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②NV12 转成 BGR8 后，通道数和数据量如何变化？哪些细节无法通过转换恢复？③输入为 20 帧/秒、程序串行处理每帧需 1 秒时，处理速度与输入速度有什么差距？队列可能怎样变化，系统可能怎样处理积压？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020824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837943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学习评价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编码与距离数据怎样解释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独立完成判断与实测填空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267712"/>
            <a:ext cx="10287000" cy="886968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992124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1. 本机深度图用 mono16 表示，像素数据记录距离相关数值，单通道不等于灰度明暗。（    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282696"/>
            <a:ext cx="10287000" cy="886968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392424"/>
            <a:ext cx="992124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2. 仅把 NV12 转为 BGR8，就能恢复色度抽样前的全部颜色细节。（    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297679"/>
            <a:ext cx="10287000" cy="1170431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407407"/>
            <a:ext cx="9921240" cy="9875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3. 本机彩色图实测尺寸是 ______ × ______，话题编码是 ______，SDK 编码是 ______。订阅测量窗口内收到 N 帧，实测耗时 T 秒，平均接收速率为 ______ 帧/秒。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020824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837943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学习评价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位深能说明什么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在相同单位与缩放下比较范围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28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267712"/>
            <a:ext cx="10287000" cy="2020824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9921240" cy="18379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4. 关于 mono16 与 mono8，正确的是（    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A. 在相同单位与缩放规则下，16 位无符号整数可表示的数值范围更大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B. 16 位传感器的物理测量精度一定是 8 位的 256 倍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C. 8 位数值无论采用什么单位都不能表示十米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D. 单通道图像只能记录明暗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141732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课后可选阅读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视觉应用与图像转换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用 Notebook 两篇阅读补充调试认识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29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阅读入口：本课 Notebook“十、扩展阅读一：视觉能力在机器人里的用法”和“十一、扩展阅读二：图像格式转换的代价”。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532888"/>
            <a:ext cx="10972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阅读后回答：视觉应用集成与现场运维分别检查什么？硬件输出、ROS 消息与算法输入怎样衔接？OpenCV 和 cv_bridge 各有什么作用，哪些转换会增加处理时间或改变数据表示？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U3-L1_机器人的眼睛</dc:title>
  <dc:subject>P5审查版；页面内容依据已确认的P4大纲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