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12928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第一堂人形机器人课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4600" b="1">
                <a:solidFill>
                  <a:srgbClr val="1F2937"/>
                </a:solidFill>
                <a:latin typeface="Microsoft YaHei"/>
              </a:rPr>
              <a:t>具身智能概览与连接 K1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606A78"/>
                </a:solidFill>
                <a:latin typeface="Microsoft YaHei"/>
              </a:rPr>
              <a:t>—— 从数字大脑到会动的身体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0116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10515600" cy="15544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课程主视觉 / 人形机器人 K1 形象图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课时 L1 · 主讲人：__________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39319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导学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本课目标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一节课我们要带走什么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dirty="0">
                <a:solidFill>
                  <a:srgbClr val="1F2937"/>
                </a:solidFill>
                <a:latin typeface="Microsoft YaHei"/>
              </a:rPr>
              <a:t>• </a:t>
            </a:r>
            <a:r>
              <a:rPr sz="2000" b="0" dirty="0" err="1">
                <a:solidFill>
                  <a:srgbClr val="1F2937"/>
                </a:solidFill>
                <a:latin typeface="Microsoft YaHei"/>
              </a:rPr>
              <a:t>认识具身智能与人形机器人的组成</a:t>
            </a:r>
            <a:endParaRPr sz="2000" b="0" dirty="0">
              <a:solidFill>
                <a:srgbClr val="1F2937"/>
              </a:solidFill>
              <a:latin typeface="Microsoft YaHei"/>
            </a:endParaRP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dirty="0">
                <a:solidFill>
                  <a:srgbClr val="1F2937"/>
                </a:solidFill>
                <a:latin typeface="Microsoft YaHei"/>
              </a:rPr>
              <a:t>• 用 </a:t>
            </a:r>
            <a:r>
              <a:rPr sz="2000" b="0" dirty="0" err="1">
                <a:solidFill>
                  <a:srgbClr val="1F2937"/>
                </a:solidFill>
                <a:latin typeface="Microsoft YaHei"/>
              </a:rPr>
              <a:t>BoosterOS</a:t>
            </a:r>
            <a:r>
              <a:rPr sz="2000" b="0" dirty="0">
                <a:solidFill>
                  <a:srgbClr val="1F2937"/>
                </a:solidFill>
                <a:latin typeface="Microsoft YaHei"/>
              </a:rPr>
              <a:t> SDK </a:t>
            </a:r>
            <a:r>
              <a:rPr sz="2000" b="0" dirty="0" err="1">
                <a:solidFill>
                  <a:srgbClr val="1F2937"/>
                </a:solidFill>
                <a:latin typeface="Microsoft YaHei"/>
              </a:rPr>
              <a:t>连接</a:t>
            </a:r>
            <a:r>
              <a:rPr sz="2000" b="0" dirty="0">
                <a:solidFill>
                  <a:srgbClr val="1F2937"/>
                </a:solidFill>
                <a:latin typeface="Microsoft YaHei"/>
              </a:rPr>
              <a:t> K1，读取它的“身体清单”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2000" b="0" dirty="0">
                <a:solidFill>
                  <a:srgbClr val="1F2937"/>
                </a:solidFill>
                <a:latin typeface="Microsoft YaHei"/>
              </a:rPr>
              <a:t>• </a:t>
            </a:r>
            <a:r>
              <a:rPr sz="2000" b="0" dirty="0" err="1">
                <a:solidFill>
                  <a:srgbClr val="1F2937"/>
                </a:solidFill>
                <a:latin typeface="Microsoft YaHei"/>
              </a:rPr>
              <a:t>理解“用程序操控实体机器人”这件事</a:t>
            </a:r>
            <a:endParaRPr sz="2000" b="0" dirty="0">
              <a:solidFill>
                <a:srgbClr val="1F2937"/>
              </a:solidFill>
              <a:latin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4990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第一部分 · 初识具身智能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机器人的“智能”在哪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会算，还是会动？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94560"/>
            <a:ext cx="4754880" cy="31089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展厅/足球/搬运 短片截图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66928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观看短片，想一想：机器人的“智能”在哪里？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5669280" cy="164592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3657600"/>
            <a:ext cx="91440" cy="1645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51560" y="3712464"/>
            <a:ext cx="5303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563EB"/>
                </a:solidFill>
                <a:latin typeface="Microsoft YaHei"/>
              </a:rPr>
              <a:t>【想一想】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078224"/>
            <a:ext cx="5257800" cy="1170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它只是算得快、生成得快？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还是能看、能走、能动手？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把你的判断记下来，下面揭晓。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4990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第一部分 · 初识具身智能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什么是具身智能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从数字大脑到会动的身体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493776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智能“长”在能感知、能行动的身体上；人形机器人是其中代表载体。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338328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T="36576" marB="36576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离身智能</a:t>
                      </a:r>
                    </a:p>
                  </a:txBody>
                  <a:tcPr marT="36576" marB="36576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具身智能</a:t>
                      </a:r>
                    </a:p>
                  </a:txBody>
                  <a:tcPr marT="36576" marB="36576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  <a:latin typeface="Microsoft YaHei"/>
                        </a:rPr>
                        <a:t>核心</a:t>
                      </a:r>
                    </a:p>
                  </a:txBody>
                  <a:tcPr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YaHei"/>
                        </a:rPr>
                        <a:t>只会算 / 生成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YaHei"/>
                        </a:rPr>
                        <a:t>既能算，也有身体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YaHei"/>
                        </a:rPr>
                        <a:t>藏在屏幕后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YaHei"/>
                        </a:rPr>
                        <a:t>能看 · 能动 · 能交互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  <a:latin typeface="Microsoft YaHei"/>
                        </a:rPr>
                        <a:t>例子</a:t>
                      </a:r>
                    </a:p>
                  </a:txBody>
                  <a:tcPr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YaHei"/>
                        </a:rPr>
                        <a:t>豆包 / Seedance / WorkBuddy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Microsoft YaHei"/>
                        </a:rPr>
                        <a:t>K1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4990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第一部分 · 初识具身智能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智能是怎么一步步“长”出来的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四段发展脉络一览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2468880" cy="182880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符号智能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1950s–1980s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—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智能 = 符号推理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08960" y="3794760"/>
            <a:ext cx="329184" cy="45720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38144" y="3108960"/>
            <a:ext cx="2468880" cy="182880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行为主义与机器人学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1980s–2000s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—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感知—行动闭环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07024" y="3794760"/>
            <a:ext cx="329184" cy="45720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36208" y="3108960"/>
            <a:ext cx="2468880" cy="182880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深度学习赋能感知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2010s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—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看得清、听得懂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05088" y="3794760"/>
            <a:ext cx="329184" cy="45720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34272" y="3108960"/>
            <a:ext cx="2468880" cy="182880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大模型与 VLA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2020s 至今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—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看—想—动一体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智能历经四段：符号推理 → 感知—行动 → 深度学习感知 → 大模型与 VLA。下面 4 页逐一展开。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4990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第一部分 · 初识具身智能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发展一 · 符号智能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把智能当作“推理”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</a:rPr>
              <a:t>1950s–1980s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566928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1F2937"/>
                </a:solidFill>
                <a:latin typeface="Microsoft YaHei"/>
              </a:rPr>
              <a:t>智能 = 符号推理（Newell &amp; Simon）。这一时期的机器人多为固定程序、按指令执行，尚无自主学习能力。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早期计算机 / 逻辑推演机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4990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第一部分 · 初识具身智能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发展二 · 行为主义与机器人学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让机器人“感知—行动”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</a:rPr>
              <a:t>1980s–2000s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566928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1F2937"/>
                </a:solidFill>
                <a:latin typeface="Microsoft YaHei"/>
              </a:rPr>
              <a:t>Brooks 提出“无表征”思路：不先建世界模型，而是让真实机器人边感知边行动，形成感知—行动闭环。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早期移动机器人 照片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4990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第一部分 · 初识具身智能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发展三 · 深度学习赋能感知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机器人终于“看得清”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</a:rPr>
              <a:t>2010s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566928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1F2937"/>
                </a:solidFill>
                <a:latin typeface="Microsoft YaHei"/>
              </a:rPr>
              <a:t>AlexNet 带来突破，视觉与语音识别成熟，机器人从此“看得清、听得懂”周围世界。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神经网络结构 + 摄像头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54990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第一部分 · 初识具身智能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发展四 · 大模型与 VLA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看、想、动连成一体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563EB"/>
                </a:solidFill>
                <a:latin typeface="Microsoft YaHei"/>
              </a:rPr>
              <a:t>2020s 至今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566928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1F2937"/>
                </a:solidFill>
                <a:latin typeface="Microsoft YaHei"/>
              </a:rPr>
              <a:t>大模型带来通用推理，VLA 把“看—想—动”端到端连成一体（如 PaLM-E、RT-2）。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大模型对话 + 机器人执行任务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第二部分 · 研究重心与方向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今天的研究往哪用力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既要开眼界，也要能上手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029200" cy="237744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前沿方向</a:t>
            </a:r>
          </a:p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—— 开眼界</a:t>
            </a:r>
          </a:p>
          <a:p>
            <a:pPr algn="ctr">
              <a:lnSpc>
                <a:spcPct val="112000"/>
              </a:lnSpc>
            </a:pPr>
            <a:endParaRPr sz="1600" b="0">
              <a:solidFill>
                <a:srgbClr val="1F2937"/>
              </a:solidFill>
              <a:latin typeface="Microsoft YaHei"/>
            </a:endParaRPr>
          </a:p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VLN / VLA / 世界模型</a:t>
            </a:r>
          </a:p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等前沿课题先建立印象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377440"/>
            <a:ext cx="5029200" cy="237744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应用方向</a:t>
            </a:r>
          </a:p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—— 能上手</a:t>
            </a:r>
          </a:p>
          <a:p>
            <a:pPr algn="ctr">
              <a:lnSpc>
                <a:spcPct val="112000"/>
              </a:lnSpc>
            </a:pPr>
            <a:endParaRPr sz="1600" b="0">
              <a:solidFill>
                <a:srgbClr val="1F2937"/>
              </a:solidFill>
              <a:latin typeface="Microsoft YaHei"/>
            </a:endParaRPr>
          </a:p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机器人操作 / 运动控制 / 手眼协调</a:t>
            </a:r>
          </a:p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本课先认识，后续单元动手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第二部分 · 研究重心与方向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前沿一 · 视觉语言导航 VLN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听懂“去那边把杯子拿来”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1F2937"/>
                </a:solidFill>
                <a:latin typeface="Microsoft YaHei"/>
              </a:rPr>
              <a:t>理解语言 + 看见环境 + 规划路径：把一句自然语言指令变成可执行的导航。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机器人按语言指令导航示意图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第二部分 · 研究重心与方向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前沿二 · 视觉语言动作 VLA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看见画面，直接输出动作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1F2937"/>
                </a:solidFill>
                <a:latin typeface="Microsoft YaHei"/>
              </a:rPr>
              <a:t>端到端：画面 + 指令 → 动作。模型直接生成机器人该做的动作序列。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VLA 端到端框图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第二部分 · 研究重心与方向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前沿三 · 世界模型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在脑内先“演一遍”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66928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1F2937"/>
                </a:solidFill>
                <a:latin typeface="Microsoft YaHei"/>
              </a:rPr>
              <a:t>模拟“如果我这么动会怎样”，在想象中预演后果，再决定真实动作。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94560"/>
            <a:ext cx="4754880" cy="292608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预测 / 模拟示意图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第二部分 · 研究重心与方向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应用一 · 机器人操作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稳稳抓放、精准装配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让机械臂稳定抓取、装配零件，是工厂与仓储的核心能力。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0515600" cy="26517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机械臂抓取 / 装配图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第二部分 · 研究重心与方向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应用二 · 运动控制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在不平地面站稳走好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双足机器人保持平衡、稳定行走，是“会动”的关键难题。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0515600" cy="26517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双足在不平地面行走图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第二部分 · 研究重心与方向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应用三 · 手眼协调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眼睛看到的，实时修正手的动作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2937"/>
                </a:solidFill>
                <a:latin typeface="Microsoft YaHei"/>
              </a:rPr>
              <a:t>摄像头反馈实时引导动作，例如对准插孔时不断微调。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0515600" cy="265176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手眼协调闭环示意图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07568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第三部分 · 认识 K1 与开发工具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回到我们手边的这台 K1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它到底由什么组成？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F2937"/>
                </a:solidFill>
                <a:latin typeface="Microsoft YaHei"/>
              </a:rPr>
              <a:t>回到我们手边的这台 K1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1F2937"/>
                </a:solidFill>
                <a:latin typeface="Microsoft YaHei"/>
              </a:rPr>
              <a:t>—— 它到底由什么组成？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017520" cy="18288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虚化 K1 背景图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07568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第三部分 · 认识 K1 与开发工具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人形机器人的系统组成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感知、计算、运动、电源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01184" y="2286000"/>
            <a:ext cx="237744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K1 人形机器人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61304" y="3108960"/>
            <a:ext cx="457200" cy="100584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2468880" cy="137160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感知子系统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眼/前庭 · 相机/IMU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61304" y="3108960"/>
            <a:ext cx="457200" cy="100584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20440" y="4114800"/>
            <a:ext cx="2468880" cy="137160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计算子系统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大脑 · 机载算力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61304" y="3108960"/>
            <a:ext cx="457200" cy="100584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4114800"/>
            <a:ext cx="2468880" cy="137160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运动子系统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肌肉骨骼 · 关节电机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61304" y="3108960"/>
            <a:ext cx="457200" cy="100584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281160" y="4114800"/>
            <a:ext cx="2468880" cy="137160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电源子系统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心脏 · 电池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K1 = 感知 + 计算 + 运动 + 电源 四大子系统协同。本课从计算入口与运动清单两端切入认识它。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07568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第三部分 · 认识 K1 与开发工具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走近 K1（一）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外观、硬件与“身体参数”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94560"/>
            <a:ext cx="4754880" cy="329184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K1 全身图 + 关节/传感器标注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669280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Booster Robot 公司的人形机器人：</a:t>
            </a:r>
          </a:p>
          <a:p>
            <a:pPr algn="l">
              <a:lnSpc>
                <a:spcPct val="112000"/>
              </a:lnSpc>
            </a:pPr>
            <a:endParaRPr sz="1600" b="0">
              <a:solidFill>
                <a:srgbClr val="1F2937"/>
              </a:solidFill>
              <a:latin typeface="Microsoft YaHei"/>
            </a:endParaRPr>
          </a:p>
          <a:p>
            <a:pPr algn="l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· 身高约 1.3 m，22 个关节自由度</a:t>
            </a:r>
          </a:p>
          <a:p>
            <a:pPr algn="l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· 头部相机、IMU 等传感器</a:t>
            </a:r>
          </a:p>
          <a:p>
            <a:pPr algn="l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· 有芯片、有操作系统（BoosterOS）</a:t>
            </a:r>
          </a:p>
          <a:p>
            <a:pPr algn="l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· 可被连接、被编程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07568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第三部分 · 认识 K1 与开发工具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走近 K1（二）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它能做什么，我们能对它做什么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94560"/>
            <a:ext cx="4754880" cy="329184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K1 执行动作 / 结构爆炸图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5669280" cy="3108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本课的操作对象：</a:t>
            </a:r>
          </a:p>
          <a:p>
            <a:pPr algn="l">
              <a:lnSpc>
                <a:spcPct val="112000"/>
              </a:lnSpc>
            </a:pPr>
            <a:endParaRPr sz="1600" b="0">
              <a:solidFill>
                <a:srgbClr val="1F2937"/>
              </a:solidFill>
              <a:latin typeface="Microsoft YaHei"/>
            </a:endParaRPr>
          </a:p>
          <a:p>
            <a:pPr algn="l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· 可连接、可读取信息</a:t>
            </a:r>
          </a:p>
          <a:p>
            <a:pPr algn="l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· 后续单元才驱动它运动</a:t>
            </a:r>
          </a:p>
          <a:p>
            <a:pPr algn="l">
              <a:lnSpc>
                <a:spcPct val="112000"/>
              </a:lnSpc>
            </a:pPr>
            <a:r>
              <a:rPr sz="1600" b="0">
                <a:solidFill>
                  <a:srgbClr val="1F2937"/>
                </a:solidFill>
                <a:latin typeface="Microsoft YaHei"/>
              </a:rPr>
              <a:t>· 本课时先“只读认识”它的身份与身体清单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07568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第三部分 · 认识 K1 与开发工具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怎么用一行代码让它“听话”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从手动到程序控制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F2937"/>
                </a:solidFill>
                <a:latin typeface="Microsoft YaHei"/>
              </a:rPr>
              <a:t>看完了它的“身体”，怎么用一行代码让它听话？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606A78"/>
                </a:solidFill>
                <a:latin typeface="Microsoft YaHei"/>
              </a:rPr>
              <a:t>—— 从手动到程序控制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07568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第三部分 · 认识 K1 与开发工具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SDK 是什么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操作机器人的“说明书+钥匙”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26864" y="2286000"/>
            <a:ext cx="292608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BoosterRobot 统一入口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61304" y="3108960"/>
            <a:ext cx="457200" cy="109728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3108960" cy="128016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robot_info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读身份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61304" y="3108960"/>
            <a:ext cx="457200" cy="109728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35424" y="4206240"/>
            <a:ext cx="3108960" cy="128016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list_joints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读身体清单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61304" y="3108960"/>
            <a:ext cx="457200" cy="109728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39912" y="4206240"/>
            <a:ext cx="3108960" cy="128016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list_actions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读动作库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SDK（BoosterOS）是 Booster Robot 提供的开发工具包；BoosterRobot 是代码版遥控器（统一入口）。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075688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第三部分 · 认识 K1 与开发工具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K1 与电脑怎么连上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无线 / 有线两种方式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120640" cy="6400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无线方式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4572000" cy="566928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① Booster APP 配网</a:t>
            </a:r>
          </a:p>
        </p:txBody>
      </p:sp>
      <p:sp>
        <p:nvSpPr>
          <p:cNvPr id="8" name="Down Arrow 7"/>
          <p:cNvSpPr/>
          <p:nvPr/>
        </p:nvSpPr>
        <p:spPr>
          <a:xfrm>
            <a:off x="3017520" y="3767328"/>
            <a:ext cx="365760" cy="32004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572000" cy="566928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② 获取 IP / 序列号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017520" y="4681728"/>
            <a:ext cx="365760" cy="32004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5029200"/>
            <a:ext cx="4572000" cy="566928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③ BoosterStudio 连接·看状态 / SDK(SSH+IP) 编程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286000"/>
            <a:ext cx="5120640" cy="6400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有线方式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200400"/>
            <a:ext cx="4572000" cy="566928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① 网线直连电脑与 K1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686800" y="3767328"/>
            <a:ext cx="365760" cy="32004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0" y="4114800"/>
            <a:ext cx="4572000" cy="566928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② 修改电脑网络配置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686800" y="4681728"/>
            <a:ext cx="365760" cy="32004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0" y="5029200"/>
            <a:ext cx="4572000" cy="566928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③ BoosterStudio 连接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06A78"/>
                </a:solidFill>
                <a:latin typeface="Microsoft YaHei"/>
              </a:rPr>
              <a:t>K1 是实体机器人（有芯片/OS）；电脑经网络 SSH 远程连接编程。两种连接方式均可。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第四部分 · 动手连接与读取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用 BoosterStudio 先连上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图形界面建立第一印象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486400" cy="54864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① 开机</a:t>
            </a:r>
          </a:p>
        </p:txBody>
      </p:sp>
      <p:sp>
        <p:nvSpPr>
          <p:cNvPr id="7" name="Down Arrow 6"/>
          <p:cNvSpPr/>
          <p:nvPr/>
        </p:nvSpPr>
        <p:spPr>
          <a:xfrm>
            <a:off x="3383280" y="2834640"/>
            <a:ext cx="365760" cy="27432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5486400" cy="54864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② 配网 / 接网线</a:t>
            </a:r>
          </a:p>
        </p:txBody>
      </p:sp>
      <p:sp>
        <p:nvSpPr>
          <p:cNvPr id="9" name="Down Arrow 8"/>
          <p:cNvSpPr/>
          <p:nvPr/>
        </p:nvSpPr>
        <p:spPr>
          <a:xfrm>
            <a:off x="3383280" y="3657600"/>
            <a:ext cx="365760" cy="27432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5486400" cy="54864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③ 查 IP / 序列号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383280" y="4480560"/>
            <a:ext cx="365760" cy="27432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4754880"/>
            <a:ext cx="5486400" cy="54864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④ BoosterStudio 连接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383280" y="5303520"/>
            <a:ext cx="365760" cy="274320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5577840"/>
            <a:ext cx="5486400" cy="548640"/>
          </a:xfrm>
          <a:prstGeom prst="roundRect">
            <a:avLst/>
          </a:prstGeom>
          <a:solidFill>
            <a:srgbClr val="E7ECF5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⑤ 看实时画面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2286000"/>
            <a:ext cx="4754880" cy="329184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【配图占位】</a:t>
            </a:r>
          </a:p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606A78"/>
                </a:solidFill>
                <a:latin typeface="Microsoft YaHei"/>
              </a:rPr>
              <a:t>BoosterStudio 界面三步标注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第四部分 · 动手连接与读取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实操任务卡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分组连接，记好“身份证”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15600" cy="3108960"/>
          </a:xfrm>
          <a:prstGeom prst="roundRect">
            <a:avLst/>
          </a:prstGeom>
          <a:solidFill>
            <a:srgbClr val="F0F4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91440" cy="3108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51560" y="2340864"/>
            <a:ext cx="101498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563EB"/>
                </a:solidFill>
                <a:latin typeface="Microsoft YaHei"/>
              </a:rPr>
              <a:t>【任务卡】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706624"/>
            <a:ext cx="10104120" cy="2633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分组连接 K1，记录它的“身份证”：</a:t>
            </a:r>
          </a:p>
          <a:p>
            <a:pPr algn="l">
              <a:lnSpc>
                <a:spcPct val="112000"/>
              </a:lnSpc>
            </a:pPr>
            <a:endParaRPr sz="1300" b="0">
              <a:solidFill>
                <a:srgbClr val="1F2937"/>
              </a:solidFill>
              <a:latin typeface="Microsoft YaHei"/>
            </a:endParaRP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· 记下 IP 地址：________________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· 记下序列号：________________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· 多机同场时，按序列号核对，防止连错机器</a:t>
            </a:r>
          </a:p>
          <a:p>
            <a:pPr algn="l">
              <a:lnSpc>
                <a:spcPct val="112000"/>
              </a:lnSpc>
            </a:pPr>
            <a:endParaRPr sz="1300" b="0">
              <a:solidFill>
                <a:srgbClr val="1F2937"/>
              </a:solidFill>
              <a:latin typeface="Microsoft YaHei"/>
            </a:endParaRP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1F2937"/>
                </a:solidFill>
                <a:latin typeface="Microsoft YaHei"/>
              </a:rPr>
              <a:t>完成后举手，教师巡场确认连接成功。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第四部分 · 动手连接与读取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用代码连接 K1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第一行：建立连接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53619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5361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1051560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from boosteros.robot import BoosterRobot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robot = BoosterRobot()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# 建立与 K1 的连接（对应 notebook 步骤 1）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606A78"/>
                </a:solidFill>
                <a:latin typeface="Microsoft YaHei"/>
              </a:rPr>
              <a:t>第一行就建立连接：把 BoosterRobot 当“代码版遥控器”，robot 即这台 K1。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第四部分 · 动手连接与读取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读取它的“身份证”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型号·序列号·固件版本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536192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5361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5361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info = robot.robot_info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print(info.model, info.serial_number, info.firmware_version)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serial = info.serial_number   # 多机区分的“身份证号”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606A78"/>
                </a:solidFill>
                <a:latin typeface="Microsoft YaHei"/>
              </a:rPr>
              <a:t>重点：serial_number 即“身份证号”，多台 K1 同场时用它区分。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第四部分 · 动手连接与读取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浏览关节清单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22 个关节与它们的“身体结构”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487168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joints = robot.list_joints()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for j in joints: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    print(j.name, j.limits, j.max_velocity)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# 共 22 个关节，对应身体各部位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606A78"/>
                </a:solidFill>
                <a:latin typeface="Microsoft YaHei"/>
              </a:rPr>
              <a:t>list_joints() 返回 22 个关节；limits / max_velocity 描述每个关节的活动范围与速度上限。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55064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第四部分 · 动手连接与读取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浏览动作库与当前状态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它会哪些动作，现在什么状态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10515600" cy="186537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B8C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82296" cy="18653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487168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816352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145536"/>
            <a:ext cx="10515600" cy="329184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377440"/>
            <a:ext cx="10515600" cy="18653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actions = robot.list_actions()   # id/type/duration/interruptible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mode = robot.get_mode()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battery = robot.get_battery()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2937"/>
                </a:solidFill>
                <a:latin typeface="Consolas"/>
              </a:rPr>
              <a:t># 它会哪些动作？现在什么状态？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606A78"/>
                </a:solidFill>
                <a:latin typeface="Microsoft YaHei"/>
              </a:rPr>
              <a:t>list_actions() 看动作库；get_mode()/get_battery() 看当前模式与电量。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444752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第五部分 · 小结与评价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1097280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本课小结与学习评价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17904"/>
            <a:ext cx="109728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606A78"/>
                </a:solidFill>
                <a:latin typeface="Microsoft YaHei"/>
              </a:rPr>
              <a:t>—— —— 带走三件东西，测一测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</a:rPr>
              <a:t>带走三件东西：① 身份证（序列号）② 身体清单（22 关节）③ 连接工具（Studio / SDK）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5486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学习评价（与实训手册一致）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66160"/>
            <a:ext cx="10332720" cy="2377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• 判断：K1 是实体机器人，有芯片和操作系统。（　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• 填空：区分多台 K1 的“身份证号”是 ________。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</a:rPr>
              <a:t>• 选择：电脑与 K1 的远程连接方式基于（　）A.蓝牙　B.SSH 网络　C.U盘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6400800"/>
            <a:ext cx="10972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606A78"/>
                </a:solidFill>
                <a:latin typeface="Microsoft YaHe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1253</Words>
  <Application>Microsoft Office PowerPoint</Application>
  <PresentationFormat>宽屏</PresentationFormat>
  <Paragraphs>293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xiaoyu Liu</cp:lastModifiedBy>
  <cp:revision>2</cp:revision>
  <dcterms:created xsi:type="dcterms:W3CDTF">2013-01-27T09:14:16Z</dcterms:created>
  <dcterms:modified xsi:type="dcterms:W3CDTF">2026-08-24T03:59:22Z</dcterms:modified>
  <cp:category/>
</cp:coreProperties>
</file>