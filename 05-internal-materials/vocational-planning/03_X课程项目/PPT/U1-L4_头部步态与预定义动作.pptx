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12928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400" b="1" a:ea="Microsoft YaHei" a:cs="Microsoft YaHei">
                <a:solidFill>
                  <a:srgbClr val="1F2937"/>
                </a:solidFill>
                <a:latin typeface="Microsoft YaHei"/>
              </a:rPr>
              <a:t>头部、步态与预定义动作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会看、会走、会做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转动头部 + 行走场景 或 头部坐标系示意图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L4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9319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认识头部坐标系 pitch / yaw，会用 set_head_angle 控制头部姿态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掌握 set_gait 切换足球 / 标准步态，对比行走差异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do_action 调用预定义动作，并用 TaskHandle 确认任务终态，体验开环组合行为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从“能走”到“会看、会做”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脑袋和走路姿势也能编程吗？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站立待发 / 头部转动 场景图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回顾：上节课我们让 K1 按指令走起来了。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想让它走路时脑袋转向一边、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看看那边的东西，程序该怎么写？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什么是头部坐标系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以机器人头部为参照的两个角度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108960"/>
                <a:gridCol w="246888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角度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正值方向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物理限位（约）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pitch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俯仰角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低头（看向地面）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-0.3 ~ 1.0 rad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偏航角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头向左转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-0.785 ~ 0.785 rad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头部自身坐标系：pitch 管低头抬头，yaw 管头左右转；单位都是弧度（rad）。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两个角度的正方向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pitch 正 = 低头 · yaw 正 = 头向左转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两个角度的正方向约定：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pitch 正值 = 低头（看向地面）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yaw 正值 = 头向左转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注意：yaw 与 L3 机身 yaw 同名，但一个是整机转向、一个是脑袋转头。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头部正方向标注图（pitch 低头 / yaw 左转）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set_head_angle 的参数与约束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一个接口，两个角度，只听 walk 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108960"/>
                <a:gridCol w="246888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参数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模式约束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pitch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头部俯仰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正值 = 低头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仅在 walk 模式下有效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头部偏航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正值 = 头向左转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仅在 walk 模式下有效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set_head_angle(pitch, yaw) 同时设置、立即生效；但只在 walk 模式下有效，否则报错。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头部视野与运动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边走边转头，能看更宽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头部相机是 K1“看世界”的主要来源。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行走中改变 yaw 让头部左右转动，就能比固定朝前看到更宽的视野——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这也是后续“看到目标再行动”的第一步。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头部视野扫描示意图（固定朝前 vs 左右转动）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7053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三个头部动作对照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低头 / 转头 / 回正怎么写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108960"/>
                <a:gridCol w="24688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指令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低头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看向地面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set_head_angle(0, 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头向左转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向左 0.5 rad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回正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中位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低头 / 转头 / 回正三个动作怎么写，一表记牢；均在 walk 模式下发送。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除了脑袋，还能怎么“走”和“做”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引出步态与动作库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除了脑袋，还能怎么“走”和“做”？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它的走路姿势可调吗？厂家还准备好了哪些现成动作？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不同步态 / 做动作 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步态是什么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soccer 踢球步 vs default 标准步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5603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703320"/>
                <a:gridCol w="370332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soccer（足球步态）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default（标准步态）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踢球等前倾动作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日常平稳行走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重心 / 特点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更靠前、利于踢球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居中、更稳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set_gait("soccer" | "default")：步态决定“怎么迈步”，本课对比两种步态的行走差异。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预定义动作库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do_action(id)，一行调用现成行为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预定义动作库 = 厂家把常用肢体行为固化好，可通过 do_action(id) 一行调用。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调用会立即返回一个 TaskHandle（任务句柄），用来跟踪这次动作任务是否结束；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不必关心底层关节轨迹，只关心「做什么、何时做完」。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预定义动作缩略图（以 list_actions 读到的动作为准）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核心概念：动作库 + TaskHandle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看清手里的“武器库”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先列清单，再调用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调用动作前，先看清“武器库”：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`list_actions()` 列出所有预定义动作及其 id、type、duration、interruptible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`do_action(id)` 用 id 指定动作（id 比名字稳定），返回 `TaskHandle`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`list_gaits()` 查看支持的步态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只读取、不移动；具体代码在实验四（4.1）调用前查看。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动作库清单截图 / 动作缩略图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本课认知主线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头部 + 步态 + 动作 = 组合行为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头部坐标系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pitch 低头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yaw 头左转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set_head_angle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步态切换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soccer / default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set_gait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预定义动作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do_action(id)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动作库一行调用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真机移动与大幅动作的安全底线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接下来 K1 会动头部、换步态、做大幅动作，比“原地切换”更需谨慎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空旷场地 + 监督 场景剪影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实验安全规范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空旷 · 在场 · 有预案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安全提示：真机移动与大幅动作，安全优先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① 场地空旷、无易撞物，远离台阶与电源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② 教师与同伴在场，保持安全距离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③ 明确急停与收尾手势，人人知晓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④ 大幅动作前确认周围空间充足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实验准备：连接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先连上，进实验再看清清单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2.1（cell-7）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      # 建立连接（仅连接，不移动）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先连上机器人；动作库与步态清单在实验四（4.1）调用前再用 `list_actions()` 查看，不必提前统一确认模式。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进入行走态（仅首次需人工窗口）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确认后才发 walk，后续只注模式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人工确认仅首次：直立站稳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926080"/>
            <a:ext cx="1737360" cy="15544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仅首次·直立·空旷·教师监督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发头部/步态/动作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回正头部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set_head_angle 0,0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回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站立稳定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⑥ 手动趴姿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→ damping（人工）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350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692639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2468880"/>
            <a:ext cx="1737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E5484D"/>
                </a:solidFill>
                <a:latin typeface="Microsoft YaHei"/>
              </a:rPr>
              <a:t>人工窗口（仅首次）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六步时序，② 人工确认仅首次不可跳过；其余步骤只在代码前注明所需模式，不重复窗口。对应 notebook 2.3 首次进入 walk（cell-9 / cell-10）。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头部控制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set_head_angle(0.3, 0) 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2.3–2.5（cell-10 / cell-12 / cell-14），机器人处于 walk 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robot.set_head_angle(0.3, 0)    # 低头约 0.3 rad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0.5)    # 头向左转 0.5 rad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0)      # 回正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机器人保持在 walk 模式；先不发速度，仅调头部，观察视野变化。运行前确认已人工窗口进入 walk。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步态切换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set_gait("soccer") / "default"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252374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252374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46227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15600" cy="2523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3.1–3.3（cell-17 / cell-19 / cell-21），机器人处于 walk 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robot.set_gait("soccer")           # 切换足球步态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robot.set_velocity(0.3, 0, 0)      # 前进 0.3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    # 停止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robot.set_gait("default")          # 切回标准步态，同样前进对比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本环节在 walk 模式下切换 gait 并对比（实验二头部控制即在该模式下）；保持低速短时，停止后回 prepare（见 3.4）。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预定义动作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看清清单后 do_action(id)，并用 TaskHandle 确认终态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7132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82296" cy="7132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4203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8467344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8796528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175504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504688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103120"/>
            <a:ext cx="10515600" cy="7132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4.1 / 4.2 / 4.3（cell-26 / cell-28 / cell-30）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actions = robot.list_actions()        # 4.1 先看清单（只读，不移动）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for a in actions: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    print(f"id={a.id:&lt;20} type={a.type:&lt;12} 时长={a.duration}s 可打断={a.interruptible}")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print("支持的步态：", robot.list_gaits())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4.2 探究 ActionInfo 与 TaskHandle（须在 walk 模式下）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robot.set_mode("walk")             # 若仍在 prepare，先进入 walk（已直立，无需手动拉起）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act = actions[0]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handle = robot.do_action(act.id)      # 返回 TaskHandle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print("status =", handle.status)      # PENDING / RUNNING / ...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handle.wait()                         # 阻塞直到进入终态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print("done =", handle.done(), "final =", handle.status)  # SUCCEEDED / FAILED / CANCELLED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4.3 学生任务：连续编排两个动作（含 upper_body 与 whole_body 各一）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upper = [a for a in actions if a.type == "upper_body"]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whole = [a for a in actions if a.type == "whole_body"]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if upper and whole: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    h1 = robot.do_action(upper[0].id); h1.wait()   # 先 upper_body，等待终态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    h2 = robot.do_action(whole[0].id); h2.wait()   # 再 whole_body，等待终态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606A78"/>
                </a:solidFill>
                <a:latin typeface="Microsoft YaHei"/>
              </a:rPr>
              <a:t>do_action 必须在 walk 模式下调用；幅度大，确认周围空旷、教师监督后再运行。运行后先回 prepare（4.4），再手动趴姿→damping。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停止与安全收尾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先回正，再 walk→prepare，最后 damping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头部回正 → walk→prepare；动作实验结束先回 prepare（4.4），再手动趴姿→damping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4845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2.5 / 3.4 / 4.4（cell-14 / cell-23 / cell-32）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0)      # 头部回正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    # 安全停止，回到站立稳定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确认已站立稳定后，按约定手动放置趴姿 → damping → 关机（严禁程序直进 damping）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E5484D"/>
                </a:solidFill>
                <a:latin typeface="Microsoft YaHei"/>
              </a:rPr>
              <a:t>头部实验先回正再 walk→prepare；步态实验先归零再 prepare；动作实验结束先回 prepare（4.4），再手动趴姿→damping，严禁程序直接 walk→damping。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8600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把“预期”和“实际”的差记下来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不写代码：每组按指令操作头部 / 步态 / 动作，记录实际现象与偏差，填入实训手册 §六 观察表（开环：发指令、测现象、做记录）。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21945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91440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7124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8224"/>
            <a:ext cx="10104120" cy="1719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头部：低头 / 转头后相机视野怎么变？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步态：同样 0.3 m/s 走 2 秒，soccer 与 default 姿态 / 稳定感有何不同？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动作：每个 do_action 做了什么、幅度多大？把现象写成具体描述，同桌交叉核对。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拓展：边走边转头扫描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见附件《K1 综合行为设计任务卡》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把头部控制与 L3 速度控制组合起来，可形成“前进同时头部左右扫视”的组合行为：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先写指令顺序（先做什么、再做什么、何时回正）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标注每步所需模式（哪些必须在 walk 下）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列出至少 2 条安全注意点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组合行为示意图（前进 + 头部左右扫视）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综合行为设计任务卡》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在监督下完成一次组合行为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4747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474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999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分组轮换，在监督下完成一次组合行为：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确认 → 进 walk → 低头/转头/回正 → 切换步态 → 调动作 → 停止收尾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每个动作运行前确认周围空旷、站位安全；动作幅度大须留足空间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带走三件东西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头部坐标系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pitch 低头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yaw 头左转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与 L3 机身 yaw 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步态切换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soccer / default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set_gait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预定义动作库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do_action(id)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一行调用现成行为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测一测，带得走多少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头部坐标系　② 步态切换　③ 预定义动作库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1033272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判断：set_head_angle(pitch, yaw) 只能在 walk 模式下调用，在 damping / prepare 下调用会报错。（　）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填空：切换步态用 set_gait(____)；若当前不在 walk 模式，该设置会 ______（填“立即生效”或“记录并在下次进入 walk 时生效”）。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填空：头部俯仰角 pitch 的正值表示 ______（填“低头”或“抬头”）。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选择：用于在 walk 模式下控制头部姿态的接口是（　）。A. set_velocity　B. set_gait　C. set_head_angle　D. do_action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选择：do_action 指定动作时应传入（　）。A. 动作名字字符串　B. list_actions() 返回的 id　C. 动作 duration　D. 任意整数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