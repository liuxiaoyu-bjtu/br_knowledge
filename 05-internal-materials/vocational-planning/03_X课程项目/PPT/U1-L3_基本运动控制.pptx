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12928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第三堂人形机器人课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4600" b="1" a:ea="Microsoft YaHei" a:cs="Microsoft YaHei">
                <a:solidFill>
                  <a:srgbClr val="1F2937"/>
                </a:solidFill>
                <a:latin typeface="Microsoft YaHei"/>
              </a:rPr>
              <a:t>基本运动控制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200" b="0" a:ea="Microsoft YaHei" a:cs="Microsoft YaHei">
                <a:solidFill>
                  <a:srgbClr val="606A78"/>
                </a:solidFill>
                <a:latin typeface="Microsoft YaHei"/>
              </a:rPr>
              <a:t>—— 让 K1 按指令行走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15600" cy="15544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课程主视觉 / K1 行走场景 或 坐标系示意图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课时 L3 · 主讲人：__________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9319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导学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一节课我们要带走什么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理解自身坐标系与 set_velocity 的三个参数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用 SDK 发出速度指令，让 K1 前进 / 后退 / 转向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认识开环控制的偏差，学会观察与记录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从“能切换”到“能移动”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怎么告诉机器人往哪走？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站立待发 / 行走中 场景图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回顾：上节课我们让 K1 进入 walk，站稳了。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5669280" cy="16459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91440" cy="1645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712464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【想一想】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078224"/>
            <a:ext cx="5257800" cy="1170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站立会了，那怎么让它真的走起来、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往指定的方向走？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先猜一下，下面揭晓。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什么是自身坐标系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以机器人自己的前后左右为准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自身坐标系 = 以机器人自身为原点建立的方向基准。</a:t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前后、左右是“相对于机器人朝向”的，不是固定的“上北下南”——</a:t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机器人一转身，它的“前”就变了。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机器人坐标轴示意（自身前后左右）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三个轴的方向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x 前进 · y 左移 · yaw 左转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三个轴的正方向约定：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x 轴：机器人正前方为“前进正方向”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y 轴：机器人左侧为“左移正方向”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yaw：绕竖直轴逆时针（向左）转为正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记住“正方向”，后面正负号就不会乱。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坐标系正方向标注图（x前 / y左 / yaw左转）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set_velocity 的三个参数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一个指令，三个数，决定往哪走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1828800"/>
                <a:gridCol w="228600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参数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单位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正方向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vx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前后方向速度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m/s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正数 = 前进，负数 = 后退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vy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左右方向速度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m/s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正数 = 左移，负数 = 右移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vyaw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绕竖直轴转向速度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rad/s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正数 = 向左（逆时针）转，负数 = 向右（顺时针）转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一个指令 set_velocity(vx, vy, vyaw)，三个数同时生效，决定往哪走、转多快。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三参数动作对照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正数往哪走，负数往哪走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7744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017520"/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FFFFFF"/>
                          </a:solidFill>
                          <a:latin typeface="Consolas"/>
                        </a:rPr>
                        <a:t>指令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动作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set_velocity(0.5, 0,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前进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机器人正前方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set_velocity(-0.5, 0,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后退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机器人正后方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set_velocity(0, 0.3,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左移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机器人正左方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set_velocity(0, -0.3,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右移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机器人正右方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set_velocity(0, 0, 0.5)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左转（逆时针）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绕竖直轴向左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set_velocity(0, 0, -0.5)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右转（顺时针）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绕竖直轴向右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正数往哪个方向、负数往哪个方向，一表记牢；三个数可组合（如同时前进 + 左转）。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7602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速度与移动距离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0.5 m/s × 2 s ≈ 1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669280" cy="10972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移动距离 = 速度 × 时间</a:t>
            </a:r>
          </a:p>
          <a:p>
            <a:pPr algn="ctr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= 0.5 m/s × 2 s = 1 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566928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安全降速：大纲 1 m/s × 2 s，课堂取 0.5 m/s × 2 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留出反应与急停空间，距离更好控制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转向用角速度 rad/s，约 2 s 转 57°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距离估算示意图（0.5 m/s × 2 s = 1 m）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指令发出去，就万事大吉了？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引出“开环”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指令发出去，就万事大吉了？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机器人真的走到了预想的位置吗？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机器人“走歪了”示意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开环控制是什么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发指令，但不测量结果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开环控制 = 只发出控制指令，不读取执行结果、不做修正。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本实验发给 K1 速度指令后就结束，不测量它实际走到了哪——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这就是“开环”。优点：简单；缺点：无法应对干扰。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开环控制流向（指令 → 执行 → 结束）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5989320"/>
            <a:ext cx="3108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核心概念 B09 · 开环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偏差从哪来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实际轨迹，往往不等于预期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偏差 = 实际 − 预期（A05）</a:t>
            </a:r>
          </a:p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机器人走出的轨迹，往往和设想的不一样。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566928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来源：地面不平整 / 轮子打滑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来源：参数误差 / 惯性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实际轨迹 ≠ 预期直线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预期直线 vs 实际偏斜轨迹对照图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5989320"/>
            <a:ext cx="3108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核心概念 A05 · 偏差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开环 vs 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本课只做开环，闭环留待后续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6517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69080"/>
                <a:gridCol w="406908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开环（本课）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闭环（后续课程）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是否测结果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否，发完即结束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是，读取实际再修正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复杂度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简单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较复杂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精度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受干扰大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能抵消干扰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本课定位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实操采用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暂不引入（留待 U2 / U4）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本课采用开环；闭环“测结果再修正”留待后续课程，是消除偏差的办法。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为什么本课要观察偏差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先会测量，才有改进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本课目标不是“绝对精准”，而是建立一套习惯：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发指令 → 测偏差 → 做记录。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今天测量到的偏差，正是后续课程引入传感器闭环时的输入。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偏差记录 → 后续改进 链路示意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动手前，先守规矩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真机移动的安全底线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动手前，先守规矩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接下来 K1 会真的动起来，比“原地切换”更需谨慎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空旷场地 + 监督 场景剪影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实验安全规范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空旷 · 在场 · 有预案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安全提示：真机移动，安全优先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105156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① 场地空旷、无易撞物，远离台阶与电源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② 教师与同伴在场，保持安全距离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③ 明确急停与收尾手势，人人知晓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④ 发指令前先预判轨迹，确认路径无阻挡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实验准备：连接与确认模式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先连上，再确认它站好了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from boosteros.robots.booster import BoosterRobot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 = BoosterRobot()              # 建立与 K1 的连接（对应 notebook 2.1，cell-7）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mode = robot.get_mode()             # 读取当前运行模式（对应 notebook 2.2，cell-9）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print(mode)   # 确认当前为已直立的 'prepare'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先连上、再确认它已经站好（prepare），才进入运动指令环节。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进入行走态（多步 + 人工窗口）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确认后才发 walk，不可连点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人工确认节点不可跳过：直立站稳 · 周围空旷 · 教师监督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① 进入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并手动拉起站稳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926080"/>
            <a:ext cx="1737360" cy="155448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FFFFFF"/>
                </a:solidFill>
                <a:latin typeface="Microsoft YaHei"/>
              </a:rPr>
              <a:t>② 人工确认</a:t>
            </a:r>
          </a:p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FFFFFF"/>
                </a:solidFill>
                <a:latin typeface="Microsoft YaHei"/>
              </a:rPr>
              <a:t>直立·空旷·教师监督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③ 进入 walk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发速度指令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④ 安全停止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set_velocity 0,0,0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⑤ 回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站立稳定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⑥ damping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软态收尾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774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2062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350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638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692639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2468880"/>
            <a:ext cx="1737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E5484D"/>
                </a:solidFill>
                <a:latin typeface="Microsoft YaHei"/>
              </a:rPr>
              <a:t>人工窗口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六步时序，② 人工确认不可连点跳过；必须先站稳、确认环境，才发 walk。对应 notebook 3.2（cell-15 / cell-17）。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前进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set_velocity(0.5, 0,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74720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3.3（cell-19）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robot.set_velocity(0.5, 0, 0)   # 前进 0.5 m/s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约 2 秒后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速度归零，停止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人工确认后再运行；vx 取正值即前进。运行约 2 秒后归零停止，测量实际落点。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后退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set_velocity(-0.5, 0,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74720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3.4（cell-21）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robot.set_velocity(-0.5, 0, 0)  # 后退 0.5 m/s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约 2 秒后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停止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vx 取负值即后退；后退前务必确认后方空旷，再运行本 cell。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左转与右转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set_velocity(0, 0, ±0.5)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2194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74720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3.5（cell-23 / cell-24）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0.5)   # 向左转（逆时针）0.5 rad/s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停止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-0.5)  # 向右转（顺时针）0.5 rad/s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停止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vyaw 正数左转（逆时针）、负数右转（顺时针）；转约 90° 后归零，测量实际转角。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停止与安全收尾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先停，再回 prepare，最后 damping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先停，再回 prepare，最后 damping 收尾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82296" cy="2194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4845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306824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80360"/>
            <a:ext cx="105156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3.6（cell-26 / cell-28）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速度归零，停止行走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       # 安全停止，回到站立稳定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确认已坐下 / 趴好后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robot.set_mode("damping")       # 软态收尾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E5484D"/>
                </a:solidFill>
                <a:latin typeface="Microsoft YaHei"/>
              </a:rPr>
              <a:t>停止行走必须先回 prepare；确认已坐下/趴好，才切 damping 收尾，杜绝 walk→damping。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观察记录任务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把“预期”和“实际”的差记下来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1" a:ea="Microsoft YaHei" a:cs="Microsoft YaHei">
                <a:solidFill>
                  <a:srgbClr val="1F2937"/>
                </a:solidFill>
                <a:latin typeface="Microsoft YaHei"/>
              </a:rPr>
              <a:t>不写代码：每组按指令移动后，测量实际落点，填入实训手册 §四 偏差表（预期位置 / 实际位置 / 偏差方向与大小）。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21945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657600"/>
            <a:ext cx="91440" cy="2194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7124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78224"/>
            <a:ext cx="10104120" cy="1719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观察记录要点：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每个方向测一次：前进 / 后退 / 左转 / 右转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直线是否偏向一侧？停止时有没有多走一点？转向后位置有没有平移？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把偏差写成具体数字，同桌交叉核对后签字。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拓展：场地布置与测量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见附件《K1 运动实验场地布置与测量图示》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要让偏差测得准，场地和测量方法本身就要规范：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长边 ≥ 5 米、宽边 ≥ 4 米，地面平整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贴起点线、每 0.5 米刻度线、安全边界线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贴 30° / 60° / 90° 角度参照线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每次实验前拍照、实验后复位标记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场地布置示意图（起点/刻度/边界/角度线）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5303520"/>
            <a:ext cx="4754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详细图示见附件《K1 运动实验场地布置与测量图示》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分组实操任务卡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在监督下完成一次完整移动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34747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91440" cy="3474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3408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2563EB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06624"/>
            <a:ext cx="10104120" cy="2999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分组轮换，在监督下完成一次完整移动：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每组：prepare → 确认 → 前进 → 后退 → 左转 → 右转 → 停止收尾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每组指定 1 名安全员，全程盯守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教师先完整示范一遍，再放手让学生操作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每个方向运行约 2 秒后归零；操作前确认周围空旷、站位安全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带走三件东西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① 自身坐标系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x 前 · y 左 · yaw 左转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机器人朝向变了，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“前”也跟着变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② set_velocity 三参数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vx 前后 · vy 左右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vyaw 转向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正方向约定要记牢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③ 开环与偏差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发指令、测偏差、做记录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偏差 = 实际 − 预期（A05）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学习评价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—— 测一测，带得走多少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带走三件东西：① 自身坐标系　② 三参数与方向　③ 开环与偏差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5486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学习评价（与实训手册一致）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11880"/>
            <a:ext cx="1033272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判断：发送速度指令前，必须先让 K1 进入 walk 模式，且在 prepare 下已 STAND 直立站稳。（　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填空：set_velocity(vx, vy, vyaw) 中，vx 取正值表示 ______，vyaw 取正值表示 ______。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选择：本实验属于开环控制，下列对“开环”的描述正确的是（　）。A. 发出指令后持续读取实际位置并自动修正误差　B. 发出指令后不读取实际结果，也不自动纠正偏差　C. 必须保持电路闭合才能运动　D. 机器人只能走直线，不能转向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选择：停止运动并收尾时，下列顺序安全且正确的是（　）。A. walk 直接切 damping　B. 直接关闭电源　C. set_velocity(0,0,0) → prepare → 坐下/趴好 → damping　D. 先切 damping，再把速度归零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